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8" r:id="rId4"/>
  </p:sldMasterIdLst>
  <p:notesMasterIdLst>
    <p:notesMasterId r:id="rId22"/>
  </p:notesMasterIdLst>
  <p:handoutMasterIdLst>
    <p:handoutMasterId r:id="rId23"/>
  </p:handoutMasterIdLst>
  <p:sldIdLst>
    <p:sldId id="256" r:id="rId5"/>
    <p:sldId id="257" r:id="rId6"/>
    <p:sldId id="333" r:id="rId7"/>
    <p:sldId id="262" r:id="rId8"/>
    <p:sldId id="334" r:id="rId9"/>
    <p:sldId id="324" r:id="rId10"/>
    <p:sldId id="335" r:id="rId11"/>
    <p:sldId id="320" r:id="rId12"/>
    <p:sldId id="315" r:id="rId13"/>
    <p:sldId id="336" r:id="rId14"/>
    <p:sldId id="337" r:id="rId15"/>
    <p:sldId id="338" r:id="rId16"/>
    <p:sldId id="339" r:id="rId17"/>
    <p:sldId id="341" r:id="rId18"/>
    <p:sldId id="340" r:id="rId19"/>
    <p:sldId id="329" r:id="rId20"/>
    <p:sldId id="268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8598D"/>
    <a:srgbClr val="646C92"/>
    <a:srgbClr val="5A6B76"/>
    <a:srgbClr val="5A6E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C85349-A1E7-B30A-34FD-88F80E3D506E}" v="9" dt="2025-08-18T10:09:54.318"/>
  </p1510:revLst>
</p1510:revInfo>
</file>

<file path=ppt/tableStyles.xml><?xml version="1.0" encoding="utf-8"?>
<a:tblStyleLst xmlns:a="http://schemas.openxmlformats.org/drawingml/2006/main" def="{0505E3EF-67EA-436B-97B2-0124C06EBD24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FE52182-8ED2-2CD9-1769-D9951A99393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873A34-C368-6B6E-8816-ABC664A8575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2FBC06-9676-42B7-A8B4-279236EF9829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355158-3742-8894-B074-C872916FE8A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6B5579-9D25-81D6-8171-2F8C3F5377E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B3735C-CF2D-4272-874B-84D65FE3C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658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C63451-F71A-45EA-8B10-04A09C28CC19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8B270D-091D-4ED2-8C85-0898DD7D9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118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1412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1651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AFDF2-CBE5-9F1A-55FC-161C044D1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CBFFDC-A3D2-A72F-7DC3-608703A880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483A93-5304-D594-0044-3D7A4CE420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737C7B-FB4E-D797-95BE-3815778E83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1860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12FDEA-03A1-4F6D-A72C-F016AC56B49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9276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12FDEA-03A1-4F6D-A72C-F016AC56B49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2991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D7350-1700-81E4-2391-5644631AD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CF0148-F656-7F2E-C6FE-39754C08DE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69E78B-D67E-2851-6EEF-7AC04D2416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C6B194-8F39-7E12-3A7B-44A8810703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12FDEA-03A1-4F6D-A72C-F016AC56B49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2063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12FDEA-03A1-4F6D-A72C-F016AC56B49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4425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9220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45F13-499E-1094-3500-FA949F9B8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2FE798-71A3-59A9-F05A-D0A72C1325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6DA6A2-4310-8BAF-49C8-A435857B57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8E8ACF-EB09-87C6-2F59-5E69FC9363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7828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701F8-7E48-5167-7A39-A9CE414BC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AF7535-E006-AB9D-64ED-4A2564CC7B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33014C-E849-9332-CCDD-7DE1BB9790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31260E-363F-5F84-8C11-43064D11C2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0044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FC979-3A18-8F0D-69B6-BA95BC7A7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429AA8-FC71-B83F-DC72-780B54A542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906659-EC30-290B-CED6-9DE06A60DA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3AADFD-0041-498A-2451-41F099D5CF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9429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12FDEA-03A1-4F6D-A72C-F016AC56B49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1112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3320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A1826-1B3E-4E2E-8D6C-93BCEAA3D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07200" y="1096965"/>
            <a:ext cx="7977600" cy="2085696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B5F0CE-1714-4650-9690-5676C06349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6000" y="3945771"/>
            <a:ext cx="5760000" cy="1832730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0" spc="5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0CA85-BF38-4762-934C-D00F2047C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9CA3C9-6579-49D9-A5FD-20231FB4B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B94FE-6287-4D49-B0E5-FE9A9BA75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0C0B2A-3FD1-4235-A16E-0ED1E028A93E}"/>
              </a:ext>
            </a:extLst>
          </p:cNvPr>
          <p:cNvCxnSpPr>
            <a:cxnSpLocks/>
          </p:cNvCxnSpPr>
          <p:nvPr/>
        </p:nvCxnSpPr>
        <p:spPr>
          <a:xfrm>
            <a:off x="5826000" y="3525773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9494E066-0146-46E9-BAF1-C33240ABA294}"/>
              </a:ext>
            </a:extLst>
          </p:cNvPr>
          <p:cNvGrpSpPr/>
          <p:nvPr/>
        </p:nvGrpSpPr>
        <p:grpSpPr>
          <a:xfrm rot="2700000">
            <a:off x="10127693" y="4178240"/>
            <a:ext cx="633413" cy="1862138"/>
            <a:chOff x="5959192" y="333389"/>
            <a:chExt cx="633413" cy="186213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02BD80B-C499-4DAC-9580-575B04F8658F}"/>
                </a:ext>
              </a:extLst>
            </p:cNvPr>
            <p:cNvGrpSpPr/>
            <p:nvPr/>
          </p:nvGrpSpPr>
          <p:grpSpPr>
            <a:xfrm>
              <a:off x="5959192" y="333389"/>
              <a:ext cx="633413" cy="1419225"/>
              <a:chOff x="5959192" y="333389"/>
              <a:chExt cx="633413" cy="1419225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CCF069F3-858C-4C67-90C2-46017C3D4C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59192" y="333389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8A1FFA52-DFA8-4A81-8A85-50BE13257F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78280" y="333389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0" name="Line 70">
              <a:extLst>
                <a:ext uri="{FF2B5EF4-FFF2-40B4-BE49-F238E27FC236}">
                  <a16:creationId xmlns:a16="http://schemas.microsoft.com/office/drawing/2014/main" id="{BAEDA471-60CB-4A0C-B9AD-B2B3C51EA2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78280" y="333389"/>
              <a:ext cx="0" cy="1862138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6557355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32E59-6597-437B-B2F8-E2DD1F86A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3BC1D-912E-4012-84AC-A509C9EF4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7110C-4AA3-4101-B3BD-140B90AF9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0F189-4D8E-4DE6-8295-CF92FA8BF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F33EC-1ACF-4D46-AEA5-A20802210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71228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45267-19A7-4A3D-9658-AD3F78DD3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2305800"/>
            <a:ext cx="4636800" cy="2246400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17554-5672-499F-BEB9-AB069E6D1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65250" y="2305800"/>
            <a:ext cx="4636800" cy="22464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1">
                <a:solidFill>
                  <a:schemeClr val="tx1">
                    <a:alpha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BA3C6-C279-46AA-B4EE-5F861D83D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C125B-DDB9-4F4E-B9E9-A747E648F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D465E-E86B-42A8-B18A-9046E40D6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681007E-0E57-40DB-9A98-D04E0A05937B}"/>
              </a:ext>
            </a:extLst>
          </p:cNvPr>
          <p:cNvSpPr/>
          <p:nvPr/>
        </p:nvSpPr>
        <p:spPr>
          <a:xfrm>
            <a:off x="1437136" y="649304"/>
            <a:ext cx="340415" cy="340415"/>
          </a:xfrm>
          <a:prstGeom prst="ellipse">
            <a:avLst/>
          </a:prstGeom>
          <a:gradFill flip="none" rotWithShape="1">
            <a:gsLst>
              <a:gs pos="0">
                <a:srgbClr val="FFFFFF">
                  <a:alpha val="80000"/>
                </a:srgbClr>
              </a:gs>
              <a:gs pos="100000">
                <a:srgbClr val="FFFFFF">
                  <a:alpha val="10000"/>
                </a:srgbClr>
              </a:gs>
            </a:gsLst>
            <a:lin ang="27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C2D7ED2-BAE3-470E-9EFF-F2A49EDD9767}"/>
              </a:ext>
            </a:extLst>
          </p:cNvPr>
          <p:cNvGrpSpPr/>
          <p:nvPr/>
        </p:nvGrpSpPr>
        <p:grpSpPr>
          <a:xfrm rot="10800000">
            <a:off x="1079500" y="952167"/>
            <a:ext cx="641184" cy="1069728"/>
            <a:chOff x="6484111" y="2967038"/>
            <a:chExt cx="641184" cy="106972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5B14D1A-9E1B-41C3-96AA-A5C40C4F9B3A}"/>
                </a:ext>
              </a:extLst>
            </p:cNvPr>
            <p:cNvGrpSpPr/>
            <p:nvPr/>
          </p:nvGrpSpPr>
          <p:grpSpPr>
            <a:xfrm>
              <a:off x="6808136" y="2967038"/>
              <a:ext cx="317159" cy="932400"/>
              <a:chOff x="6808136" y="2967038"/>
              <a:chExt cx="317159" cy="932400"/>
            </a:xfrm>
          </p:grpSpPr>
          <p:sp>
            <p:nvSpPr>
              <p:cNvPr id="14" name="Freeform 68">
                <a:extLst>
                  <a:ext uri="{FF2B5EF4-FFF2-40B4-BE49-F238E27FC236}">
                    <a16:creationId xmlns:a16="http://schemas.microsoft.com/office/drawing/2014/main" id="{00EC83EC-04A6-4533-80A5-B1817F1FB3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" name="Freeform 69">
                <a:extLst>
                  <a:ext uri="{FF2B5EF4-FFF2-40B4-BE49-F238E27FC236}">
                    <a16:creationId xmlns:a16="http://schemas.microsoft.com/office/drawing/2014/main" id="{BF61FF24-9074-4265-ACF4-1AEC3621B7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" name="Line 70">
                <a:extLst>
                  <a:ext uri="{FF2B5EF4-FFF2-40B4-BE49-F238E27FC236}">
                    <a16:creationId xmlns:a16="http://schemas.microsoft.com/office/drawing/2014/main" id="{8D31D9FF-672B-4C5E-B4B2-DD86A12441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991EBFD-EBD5-48CE-9178-AF5B6F50D416}"/>
                </a:ext>
              </a:extLst>
            </p:cNvPr>
            <p:cNvGrpSpPr/>
            <p:nvPr/>
          </p:nvGrpSpPr>
          <p:grpSpPr>
            <a:xfrm rot="18900000" flipH="1">
              <a:off x="6484111" y="3104366"/>
              <a:ext cx="317159" cy="932400"/>
              <a:chOff x="6808136" y="2967038"/>
              <a:chExt cx="317159" cy="932400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1B45F046-3129-4A30-9402-44BA590CD1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24589F32-BB2E-46B1-BAB5-75EA779C7A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Line 70">
                <a:extLst>
                  <a:ext uri="{FF2B5EF4-FFF2-40B4-BE49-F238E27FC236}">
                    <a16:creationId xmlns:a16="http://schemas.microsoft.com/office/drawing/2014/main" id="{0BD46CA5-AE89-4413-AB8D-347179D881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043A360-3214-4DB8-BD85-C6AE48D02D3A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26000" y="3429001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111103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4AEE3-6C7B-402E-B26D-1D079D78D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01641-6BDA-433D-9393-1DDACE0670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89400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8F8D2A-A489-488D-B1E1-23F36D3E95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4202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A242E8-AEEF-4BBD-94E9-86F89D695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58D2CA-06C9-412D-A5D6-F97DDBBB0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1A80D9-E04B-47BF-80DA-01E68346A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61755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42251-8A4B-463E-982B-C657C3810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74D5E-AC0B-46BF-8840-61CC89C3B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399" y="1736732"/>
            <a:ext cx="4928400" cy="661912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1A0738-7A90-4A35-AB98-9656D6187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89400" y="2431256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ADFE01-1BA7-4288-9355-8B2B508BE5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4200" y="1736732"/>
            <a:ext cx="4928400" cy="662400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D49F77-6C55-47AC-B1AE-5D9906DBD7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4200" y="2431257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D8EF53-AF86-47E8-83DC-8C419847A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01D653-ED9A-46D3-A97F-B5FA1DAE6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5B9B66-64EA-4022-BD96-ECF2A80C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15622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FFE053-BB16-4940-B248-2D496BB29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FBD80C-6CA1-42DB-B732-4807A27DA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A9DA86-C177-42C6-90F8-37C6844A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962D13F-065F-B5B5-D0E6-E5707D370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53976" y="457964"/>
            <a:ext cx="6009066" cy="5914582"/>
            <a:chOff x="6153976" y="457964"/>
            <a:chExt cx="6009066" cy="5914582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69F4739-7046-0251-2DF1-C699230644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9012621" y="2980002"/>
              <a:ext cx="317159" cy="932400"/>
              <a:chOff x="6376988" y="280988"/>
              <a:chExt cx="633413" cy="1862138"/>
            </a:xfrm>
          </p:grpSpPr>
          <p:sp>
            <p:nvSpPr>
              <p:cNvPr id="86" name="Freeform 68">
                <a:extLst>
                  <a:ext uri="{FF2B5EF4-FFF2-40B4-BE49-F238E27FC236}">
                    <a16:creationId xmlns:a16="http://schemas.microsoft.com/office/drawing/2014/main" id="{163D0146-2A52-A1D5-4593-B4C5EB99B2D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376988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" name="Freeform 69">
                <a:extLst>
                  <a:ext uri="{FF2B5EF4-FFF2-40B4-BE49-F238E27FC236}">
                    <a16:creationId xmlns:a16="http://schemas.microsoft.com/office/drawing/2014/main" id="{B11D10C2-7B14-DAF3-6BF2-5A8F43E9DA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6076" y="280988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8" name="Line 70">
                <a:extLst>
                  <a:ext uri="{FF2B5EF4-FFF2-40B4-BE49-F238E27FC236}">
                    <a16:creationId xmlns:a16="http://schemas.microsoft.com/office/drawing/2014/main" id="{53E52456-41A7-AC0D-14E1-EBCA46FA032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696076" y="280988"/>
                <a:ext cx="0" cy="1862138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F721F5B-EC05-CF43-091F-DAF14831D6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324466" y="457964"/>
              <a:ext cx="3838576" cy="5838297"/>
              <a:chOff x="8324466" y="457964"/>
              <a:chExt cx="3838576" cy="5838297"/>
            </a:xfrm>
          </p:grpSpPr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4EAA2530-7335-61C7-70D6-747F737F23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0800000">
                <a:off x="11319026" y="5955846"/>
                <a:ext cx="340415" cy="340415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1D6830C5-6699-B51E-C138-387FB432668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64" name="Freeform 64">
                  <a:extLst>
                    <a:ext uri="{FF2B5EF4-FFF2-40B4-BE49-F238E27FC236}">
                      <a16:creationId xmlns:a16="http://schemas.microsoft.com/office/drawing/2014/main" id="{6FF4243D-BD79-D045-8F40-6116E0C37D8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5" name="Freeform 81">
                  <a:extLst>
                    <a:ext uri="{FF2B5EF4-FFF2-40B4-BE49-F238E27FC236}">
                      <a16:creationId xmlns:a16="http://schemas.microsoft.com/office/drawing/2014/main" id="{E9EC195D-83CA-FFB5-8E57-01F2F889675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6" name="Freeform 61">
                  <a:extLst>
                    <a:ext uri="{FF2B5EF4-FFF2-40B4-BE49-F238E27FC236}">
                      <a16:creationId xmlns:a16="http://schemas.microsoft.com/office/drawing/2014/main" id="{134E1E14-0E7D-344A-292A-0FEE2278CCB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7" name="Freeform 78">
                  <a:extLst>
                    <a:ext uri="{FF2B5EF4-FFF2-40B4-BE49-F238E27FC236}">
                      <a16:creationId xmlns:a16="http://schemas.microsoft.com/office/drawing/2014/main" id="{5F7EE493-E0DB-AB06-7D9D-5AF68F7F066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8" name="Freeform 84">
                  <a:extLst>
                    <a:ext uri="{FF2B5EF4-FFF2-40B4-BE49-F238E27FC236}">
                      <a16:creationId xmlns:a16="http://schemas.microsoft.com/office/drawing/2014/main" id="{5EEA1730-2FFB-87EA-EAD1-B2B5783665D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9" name="Freeform 87">
                  <a:extLst>
                    <a:ext uri="{FF2B5EF4-FFF2-40B4-BE49-F238E27FC236}">
                      <a16:creationId xmlns:a16="http://schemas.microsoft.com/office/drawing/2014/main" id="{1E4289FE-15AE-AB80-0279-9FEC059A9B2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0" name="Freeform 60">
                  <a:extLst>
                    <a:ext uri="{FF2B5EF4-FFF2-40B4-BE49-F238E27FC236}">
                      <a16:creationId xmlns:a16="http://schemas.microsoft.com/office/drawing/2014/main" id="{25151662-B32C-3EAB-F6C8-76DD978D23C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1" name="Freeform 59">
                  <a:extLst>
                    <a:ext uri="{FF2B5EF4-FFF2-40B4-BE49-F238E27FC236}">
                      <a16:creationId xmlns:a16="http://schemas.microsoft.com/office/drawing/2014/main" id="{3C3EE828-B477-B615-CA63-8538BE486DD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2" name="Freeform 62">
                  <a:extLst>
                    <a:ext uri="{FF2B5EF4-FFF2-40B4-BE49-F238E27FC236}">
                      <a16:creationId xmlns:a16="http://schemas.microsoft.com/office/drawing/2014/main" id="{7AC7C2E5-ABB8-BBAD-2355-D6D2362E06C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3" name="Freeform 65">
                  <a:extLst>
                    <a:ext uri="{FF2B5EF4-FFF2-40B4-BE49-F238E27FC236}">
                      <a16:creationId xmlns:a16="http://schemas.microsoft.com/office/drawing/2014/main" id="{6A22F749-ED2C-4875-608B-E377A5448FB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4" name="Freeform 79">
                  <a:extLst>
                    <a:ext uri="{FF2B5EF4-FFF2-40B4-BE49-F238E27FC236}">
                      <a16:creationId xmlns:a16="http://schemas.microsoft.com/office/drawing/2014/main" id="{4771A641-145D-E8E1-A9B2-69823A4D01E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5" name="Freeform 82">
                  <a:extLst>
                    <a:ext uri="{FF2B5EF4-FFF2-40B4-BE49-F238E27FC236}">
                      <a16:creationId xmlns:a16="http://schemas.microsoft.com/office/drawing/2014/main" id="{B03F8F37-F2D6-CCBD-20FE-B22B8E4C18D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6" name="Freeform 85">
                  <a:extLst>
                    <a:ext uri="{FF2B5EF4-FFF2-40B4-BE49-F238E27FC236}">
                      <a16:creationId xmlns:a16="http://schemas.microsoft.com/office/drawing/2014/main" id="{AF3ABA6C-6FD2-67BB-2670-5BFDD170ECB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7" name="Freeform 88">
                  <a:extLst>
                    <a:ext uri="{FF2B5EF4-FFF2-40B4-BE49-F238E27FC236}">
                      <a16:creationId xmlns:a16="http://schemas.microsoft.com/office/drawing/2014/main" id="{E9B0D058-B8D1-9353-2199-A74B70392D7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grpSp>
              <p:nvGrpSpPr>
                <p:cNvPr id="78" name="Group 77">
                  <a:extLst>
                    <a:ext uri="{FF2B5EF4-FFF2-40B4-BE49-F238E27FC236}">
                      <a16:creationId xmlns:a16="http://schemas.microsoft.com/office/drawing/2014/main" id="{13A1A6A6-A997-36FF-9BD6-128BD48F102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79" name="Line 63">
                    <a:extLst>
                      <a:ext uri="{FF2B5EF4-FFF2-40B4-BE49-F238E27FC236}">
                        <a16:creationId xmlns:a16="http://schemas.microsoft.com/office/drawing/2014/main" id="{1DB2A818-4899-91F3-6E29-A6B44792B74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80" name="Line 66">
                    <a:extLst>
                      <a:ext uri="{FF2B5EF4-FFF2-40B4-BE49-F238E27FC236}">
                        <a16:creationId xmlns:a16="http://schemas.microsoft.com/office/drawing/2014/main" id="{06FA050E-E57A-A008-4AFC-E0A7BF4BD94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81" name="Line 67">
                    <a:extLst>
                      <a:ext uri="{FF2B5EF4-FFF2-40B4-BE49-F238E27FC236}">
                        <a16:creationId xmlns:a16="http://schemas.microsoft.com/office/drawing/2014/main" id="{1AA4FDAD-E69F-B8CA-3647-41EE49D1899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82" name="Line 80">
                    <a:extLst>
                      <a:ext uri="{FF2B5EF4-FFF2-40B4-BE49-F238E27FC236}">
                        <a16:creationId xmlns:a16="http://schemas.microsoft.com/office/drawing/2014/main" id="{FA9079B0-05A2-05C9-0B71-62DA8342903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83" name="Line 83">
                    <a:extLst>
                      <a:ext uri="{FF2B5EF4-FFF2-40B4-BE49-F238E27FC236}">
                        <a16:creationId xmlns:a16="http://schemas.microsoft.com/office/drawing/2014/main" id="{B1A01482-3AC9-3B96-29F0-77E1F45A2BD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84" name="Line 86">
                    <a:extLst>
                      <a:ext uri="{FF2B5EF4-FFF2-40B4-BE49-F238E27FC236}">
                        <a16:creationId xmlns:a16="http://schemas.microsoft.com/office/drawing/2014/main" id="{18BBAE1C-A0BE-C2D0-0B21-EF53F120FEC3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85" name="Line 89">
                    <a:extLst>
                      <a:ext uri="{FF2B5EF4-FFF2-40B4-BE49-F238E27FC236}">
                        <a16:creationId xmlns:a16="http://schemas.microsoft.com/office/drawing/2014/main" id="{6699894E-9D4E-38B1-7E0F-FD7E8DD87CA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3F7686F1-1A2D-7362-06B5-FFFD3ACB4F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56" name="Group 55">
                  <a:extLst>
                    <a:ext uri="{FF2B5EF4-FFF2-40B4-BE49-F238E27FC236}">
                      <a16:creationId xmlns:a16="http://schemas.microsoft.com/office/drawing/2014/main" id="{861B3E07-B72D-1FE2-EDEA-17E925D72FF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4DFA77FC-64D9-DE58-A28A-66AD9C2B326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Straight Connector 60">
                    <a:extLst>
                      <a:ext uri="{FF2B5EF4-FFF2-40B4-BE49-F238E27FC236}">
                        <a16:creationId xmlns:a16="http://schemas.microsoft.com/office/drawing/2014/main" id="{8FF768D7-8614-439F-50A9-59D51405557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2" name="Rectangle 30">
                    <a:extLst>
                      <a:ext uri="{FF2B5EF4-FFF2-40B4-BE49-F238E27FC236}">
                        <a16:creationId xmlns:a16="http://schemas.microsoft.com/office/drawing/2014/main" id="{374D642E-1A3B-7563-4C4C-A8886D59033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3" name="Rectangle 30">
                    <a:extLst>
                      <a:ext uri="{FF2B5EF4-FFF2-40B4-BE49-F238E27FC236}">
                        <a16:creationId xmlns:a16="http://schemas.microsoft.com/office/drawing/2014/main" id="{BFF8C2B2-E490-A9EE-3883-FA9C8EE2469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57" name="Group 56">
                  <a:extLst>
                    <a:ext uri="{FF2B5EF4-FFF2-40B4-BE49-F238E27FC236}">
                      <a16:creationId xmlns:a16="http://schemas.microsoft.com/office/drawing/2014/main" id="{D4EBDBA2-C991-DB59-8E58-B4D12A2576E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58" name="Freeform: Shape 57">
                    <a:extLst>
                      <a:ext uri="{FF2B5EF4-FFF2-40B4-BE49-F238E27FC236}">
                        <a16:creationId xmlns:a16="http://schemas.microsoft.com/office/drawing/2014/main" id="{C77A19F7-390A-587C-0735-A199D3DB0C8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9" name="Freeform: Shape 58">
                    <a:extLst>
                      <a:ext uri="{FF2B5EF4-FFF2-40B4-BE49-F238E27FC236}">
                        <a16:creationId xmlns:a16="http://schemas.microsoft.com/office/drawing/2014/main" id="{74CC8F53-BFF6-5AA8-554D-A3AFC16E106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C507FE88-BFE7-3491-C4ED-84BCC713C6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52" name="Group 51">
                  <a:extLst>
                    <a:ext uri="{FF2B5EF4-FFF2-40B4-BE49-F238E27FC236}">
                      <a16:creationId xmlns:a16="http://schemas.microsoft.com/office/drawing/2014/main" id="{5E59AEE7-2E00-DD8E-4A64-624BBBF2188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54" name="Freeform 68">
                    <a:extLst>
                      <a:ext uri="{FF2B5EF4-FFF2-40B4-BE49-F238E27FC236}">
                        <a16:creationId xmlns:a16="http://schemas.microsoft.com/office/drawing/2014/main" id="{4BB12628-726F-E89A-FBAF-334733B975C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55" name="Freeform 69">
                    <a:extLst>
                      <a:ext uri="{FF2B5EF4-FFF2-40B4-BE49-F238E27FC236}">
                        <a16:creationId xmlns:a16="http://schemas.microsoft.com/office/drawing/2014/main" id="{A2BE7A39-1897-9A9A-F597-9D75FE4A851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53" name="Line 70">
                  <a:extLst>
                    <a:ext uri="{FF2B5EF4-FFF2-40B4-BE49-F238E27FC236}">
                      <a16:creationId xmlns:a16="http://schemas.microsoft.com/office/drawing/2014/main" id="{7C6C0069-A065-BA31-6BD7-D5AA4499F6F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93CD5D7-6B2F-E9B2-9A97-ADB1AB3086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6153976" y="534249"/>
              <a:ext cx="3838576" cy="5838297"/>
              <a:chOff x="8324466" y="457964"/>
              <a:chExt cx="3838576" cy="5838297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FCB8559C-9482-7A04-AFCA-0EE0336DB9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0800000">
                <a:off x="11319026" y="5955846"/>
                <a:ext cx="340415" cy="340415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B48E5CDD-04A4-0F7F-051B-44C6F6B7FA2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26" name="Freeform 64">
                  <a:extLst>
                    <a:ext uri="{FF2B5EF4-FFF2-40B4-BE49-F238E27FC236}">
                      <a16:creationId xmlns:a16="http://schemas.microsoft.com/office/drawing/2014/main" id="{423FA6BC-48D6-1095-2002-196438F1D80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7" name="Freeform 81">
                  <a:extLst>
                    <a:ext uri="{FF2B5EF4-FFF2-40B4-BE49-F238E27FC236}">
                      <a16:creationId xmlns:a16="http://schemas.microsoft.com/office/drawing/2014/main" id="{22D39D72-6C9D-0B9E-8A6B-E7C2286B9C5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8" name="Freeform 61">
                  <a:extLst>
                    <a:ext uri="{FF2B5EF4-FFF2-40B4-BE49-F238E27FC236}">
                      <a16:creationId xmlns:a16="http://schemas.microsoft.com/office/drawing/2014/main" id="{7683F3FD-E227-C358-C0FD-2FFA3C28AE9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9" name="Freeform 78">
                  <a:extLst>
                    <a:ext uri="{FF2B5EF4-FFF2-40B4-BE49-F238E27FC236}">
                      <a16:creationId xmlns:a16="http://schemas.microsoft.com/office/drawing/2014/main" id="{EC33943E-7F7F-3DD7-3721-BA4866CC6BE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0" name="Freeform 84">
                  <a:extLst>
                    <a:ext uri="{FF2B5EF4-FFF2-40B4-BE49-F238E27FC236}">
                      <a16:creationId xmlns:a16="http://schemas.microsoft.com/office/drawing/2014/main" id="{E45C6B72-DCCD-6EB6-132D-0FA67819DB1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1" name="Freeform 87">
                  <a:extLst>
                    <a:ext uri="{FF2B5EF4-FFF2-40B4-BE49-F238E27FC236}">
                      <a16:creationId xmlns:a16="http://schemas.microsoft.com/office/drawing/2014/main" id="{168015B7-C961-378D-2DC6-DC765AF0CB0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2" name="Freeform 60">
                  <a:extLst>
                    <a:ext uri="{FF2B5EF4-FFF2-40B4-BE49-F238E27FC236}">
                      <a16:creationId xmlns:a16="http://schemas.microsoft.com/office/drawing/2014/main" id="{DF769C9F-2362-9FBD-939F-ABDB7CBB1FB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3" name="Freeform 59">
                  <a:extLst>
                    <a:ext uri="{FF2B5EF4-FFF2-40B4-BE49-F238E27FC236}">
                      <a16:creationId xmlns:a16="http://schemas.microsoft.com/office/drawing/2014/main" id="{925755D6-AD5C-914E-7A62-145DBD64A56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4" name="Freeform 62">
                  <a:extLst>
                    <a:ext uri="{FF2B5EF4-FFF2-40B4-BE49-F238E27FC236}">
                      <a16:creationId xmlns:a16="http://schemas.microsoft.com/office/drawing/2014/main" id="{DFDDF6F8-12EA-25EC-8FC5-8A21B11F384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5" name="Freeform 65">
                  <a:extLst>
                    <a:ext uri="{FF2B5EF4-FFF2-40B4-BE49-F238E27FC236}">
                      <a16:creationId xmlns:a16="http://schemas.microsoft.com/office/drawing/2014/main" id="{EBD7A53C-B52C-8CA2-F5BA-686A373E463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6" name="Freeform 79">
                  <a:extLst>
                    <a:ext uri="{FF2B5EF4-FFF2-40B4-BE49-F238E27FC236}">
                      <a16:creationId xmlns:a16="http://schemas.microsoft.com/office/drawing/2014/main" id="{7CA0655A-0AF5-EEE3-ABB0-20D1BED0BDC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7" name="Freeform 82">
                  <a:extLst>
                    <a:ext uri="{FF2B5EF4-FFF2-40B4-BE49-F238E27FC236}">
                      <a16:creationId xmlns:a16="http://schemas.microsoft.com/office/drawing/2014/main" id="{4FD9506A-2D60-7B40-6CF8-F96EE89F92D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8" name="Freeform 85">
                  <a:extLst>
                    <a:ext uri="{FF2B5EF4-FFF2-40B4-BE49-F238E27FC236}">
                      <a16:creationId xmlns:a16="http://schemas.microsoft.com/office/drawing/2014/main" id="{AB7F3BA7-1A8F-076B-B5E3-818D3298FB2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9" name="Freeform 88">
                  <a:extLst>
                    <a:ext uri="{FF2B5EF4-FFF2-40B4-BE49-F238E27FC236}">
                      <a16:creationId xmlns:a16="http://schemas.microsoft.com/office/drawing/2014/main" id="{70B6BB27-AE08-DCF4-FC6C-B0AA459929B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grpSp>
              <p:nvGrpSpPr>
                <p:cNvPr id="40" name="Group 39">
                  <a:extLst>
                    <a:ext uri="{FF2B5EF4-FFF2-40B4-BE49-F238E27FC236}">
                      <a16:creationId xmlns:a16="http://schemas.microsoft.com/office/drawing/2014/main" id="{B8BE40A7-E371-08CD-A28A-03F591E0F5C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41" name="Line 63">
                    <a:extLst>
                      <a:ext uri="{FF2B5EF4-FFF2-40B4-BE49-F238E27FC236}">
                        <a16:creationId xmlns:a16="http://schemas.microsoft.com/office/drawing/2014/main" id="{69E67CF8-C6BE-AFC8-E935-47A9B66A1D1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2" name="Line 66">
                    <a:extLst>
                      <a:ext uri="{FF2B5EF4-FFF2-40B4-BE49-F238E27FC236}">
                        <a16:creationId xmlns:a16="http://schemas.microsoft.com/office/drawing/2014/main" id="{9066B5CD-8B07-C124-814E-E0FCC342194E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3" name="Line 67">
                    <a:extLst>
                      <a:ext uri="{FF2B5EF4-FFF2-40B4-BE49-F238E27FC236}">
                        <a16:creationId xmlns:a16="http://schemas.microsoft.com/office/drawing/2014/main" id="{15BDA307-0487-F6F8-9712-E7E849479B4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4" name="Line 80">
                    <a:extLst>
                      <a:ext uri="{FF2B5EF4-FFF2-40B4-BE49-F238E27FC236}">
                        <a16:creationId xmlns:a16="http://schemas.microsoft.com/office/drawing/2014/main" id="{FB2D68D3-0B6E-1782-F250-F235EBF134D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5" name="Line 83">
                    <a:extLst>
                      <a:ext uri="{FF2B5EF4-FFF2-40B4-BE49-F238E27FC236}">
                        <a16:creationId xmlns:a16="http://schemas.microsoft.com/office/drawing/2014/main" id="{0044EBAD-2D73-148B-C869-00D38A213ED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6" name="Line 86">
                    <a:extLst>
                      <a:ext uri="{FF2B5EF4-FFF2-40B4-BE49-F238E27FC236}">
                        <a16:creationId xmlns:a16="http://schemas.microsoft.com/office/drawing/2014/main" id="{BEA5DF87-0DFD-2540-F7AB-0E6ACB1E327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7" name="Line 89">
                    <a:extLst>
                      <a:ext uri="{FF2B5EF4-FFF2-40B4-BE49-F238E27FC236}">
                        <a16:creationId xmlns:a16="http://schemas.microsoft.com/office/drawing/2014/main" id="{916F5E3C-9C75-F588-DE04-69C972C186B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D38DF4F6-2A73-D808-991D-95439C1739B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C7A2833E-2ADD-3B71-08FC-6283A81A80E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22" name="Straight Connector 21">
                    <a:extLst>
                      <a:ext uri="{FF2B5EF4-FFF2-40B4-BE49-F238E27FC236}">
                        <a16:creationId xmlns:a16="http://schemas.microsoft.com/office/drawing/2014/main" id="{FCDF8FCA-19BF-CFB5-0CCB-3EF2D7CB0A9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Straight Connector 22">
                    <a:extLst>
                      <a:ext uri="{FF2B5EF4-FFF2-40B4-BE49-F238E27FC236}">
                        <a16:creationId xmlns:a16="http://schemas.microsoft.com/office/drawing/2014/main" id="{F73B0C2F-F151-71AB-9ABE-1959C358EAF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4" name="Rectangle 30">
                    <a:extLst>
                      <a:ext uri="{FF2B5EF4-FFF2-40B4-BE49-F238E27FC236}">
                        <a16:creationId xmlns:a16="http://schemas.microsoft.com/office/drawing/2014/main" id="{A44D14B4-5764-EFCE-FBC7-CF2D0B277AB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5" name="Rectangle 30">
                    <a:extLst>
                      <a:ext uri="{FF2B5EF4-FFF2-40B4-BE49-F238E27FC236}">
                        <a16:creationId xmlns:a16="http://schemas.microsoft.com/office/drawing/2014/main" id="{E3756F0B-F8B3-26EE-2A7F-1C5992122CA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81E4DCDD-63E6-2079-6168-1020560A912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20" name="Freeform: Shape 19">
                    <a:extLst>
                      <a:ext uri="{FF2B5EF4-FFF2-40B4-BE49-F238E27FC236}">
                        <a16:creationId xmlns:a16="http://schemas.microsoft.com/office/drawing/2014/main" id="{1514E1C2-75D7-754B-9F26-F5B9066EFF5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1" name="Freeform: Shape 20">
                    <a:extLst>
                      <a:ext uri="{FF2B5EF4-FFF2-40B4-BE49-F238E27FC236}">
                        <a16:creationId xmlns:a16="http://schemas.microsoft.com/office/drawing/2014/main" id="{41804AAA-0E5C-F089-12DB-DA756DBC8F3E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32EE8038-D703-128B-70AB-CE60212607E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089B8075-A4EE-CE03-6C76-DC97CFABA04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16" name="Freeform 68">
                    <a:extLst>
                      <a:ext uri="{FF2B5EF4-FFF2-40B4-BE49-F238E27FC236}">
                        <a16:creationId xmlns:a16="http://schemas.microsoft.com/office/drawing/2014/main" id="{E9606914-44A7-93DD-5097-AC11FE653E8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7" name="Freeform 69">
                    <a:extLst>
                      <a:ext uri="{FF2B5EF4-FFF2-40B4-BE49-F238E27FC236}">
                        <a16:creationId xmlns:a16="http://schemas.microsoft.com/office/drawing/2014/main" id="{AA850AAF-4BA2-57DD-6C9D-C9991F2F2F8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15" name="Line 70">
                  <a:extLst>
                    <a:ext uri="{FF2B5EF4-FFF2-40B4-BE49-F238E27FC236}">
                      <a16:creationId xmlns:a16="http://schemas.microsoft.com/office/drawing/2014/main" id="{66085E16-1D45-53C3-E48D-B7202C213AD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042157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46A27C-9BDA-43B3-96EA-C145EA7F0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1FBD5E-AA17-42F1-8615-49F2664DD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7A2D5-EBE5-43DD-8CF2-8B90801A0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17663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451E1-40E1-4ED2-A9E3-6376E774A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1" y="955674"/>
            <a:ext cx="3531600" cy="138499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AAE5E-AD83-40D4-8BDB-6B2525024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4850" y="882651"/>
            <a:ext cx="5760000" cy="48958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4DF8E2-A28B-4889-AD9E-1D733FEA2E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89401" y="2584759"/>
            <a:ext cx="3531600" cy="319374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2EF812-B775-468C-84D9-4394CC19F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E1DEB3-5237-467C-A5B6-EDA7F366E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77A6B-440F-4D7B-92DA-1B964D029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C89B2F1-1E32-44DB-B50E-BEA1896CAD8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174561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6B204-119E-45DB-A177-995FF5D9B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955456"/>
            <a:ext cx="3531600" cy="1384995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CD3036-53A8-4361-AAAC-D8072EB470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37200" y="540001"/>
            <a:ext cx="6115050" cy="52385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FCFCD5-820E-47D9-9A60-57680C4C94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90000" y="2584758"/>
            <a:ext cx="3531600" cy="3284229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2446C3-A62E-4690-9098-53D59C4C3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6C8B8-EA3D-45E5-950A-B6F1EA0B4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2ACAB7-ADBF-42E5-A214-232BA9EFB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0E80DA6-B971-46B7-B0D3-8581AE0B6AC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89812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FB6D0-92CA-4910-AE77-E238F4C89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913172-A138-4DD4-A5B1-58BA625078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897B9-E4AD-469B-A60D-9A1A4BD19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5E1B0-48D6-4F99-9955-39958BA96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F49DA-55D4-4E36-AEB9-A0E99E31A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58732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FEBC7C-C5C1-4A79-A195-B35701C289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D34A74-3328-469B-ABCA-96F2FE368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E19AB-5637-455E-89C3-B41702C20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64F2A3-EBEE-4F42-BAC2-A482F00E6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E1C27-1A43-4B0B-88D0-0C5FE1DBE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9729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ubtitl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F9E50B4-1616-9029-9FC0-901DDF9BF6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49680" y="0"/>
            <a:ext cx="774232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0307" y="430521"/>
            <a:ext cx="3389065" cy="1847528"/>
          </a:xfrm>
        </p:spPr>
        <p:txBody>
          <a:bodyPr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A3805DED-0C97-4EF7-B1E1-0E016E0537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54839" y="2511829"/>
            <a:ext cx="540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74FFBCF-911F-5818-60FE-B018CA67735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30307" y="2745610"/>
            <a:ext cx="3389065" cy="3499611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50" dirty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60000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marL="0" indent="0" algn="ctr">
              <a:buNone/>
            </a:pPr>
            <a:r>
              <a:rPr lang="en-US"/>
              <a:t>Click to add text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F1A84F6-2D30-446A-9D91-44FBCB82567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979988" y="430521"/>
            <a:ext cx="6681704" cy="6019264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53841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7C0FA93-7C0D-4CC0-BB42-DF569688ED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alpha val="2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643" y="995760"/>
            <a:ext cx="5170860" cy="4869882"/>
          </a:xfrm>
        </p:spPr>
        <p:txBody>
          <a:bodyPr anchor="ctr">
            <a:noAutofit/>
          </a:bodyPr>
          <a:lstStyle>
            <a:lvl1pPr algn="ctr">
              <a:defRPr sz="48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C9D32952-2D0C-4A3E-9354-E014C717894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54800" y="430213"/>
            <a:ext cx="4995863" cy="5997574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to add picture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6D3DA45-FD99-405B-8BF9-260DD97C0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939998" y="5634038"/>
            <a:ext cx="2216150" cy="1177924"/>
            <a:chOff x="4987925" y="2840038"/>
            <a:chExt cx="2216150" cy="117792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5C2A03C-F372-4C6D-929D-FD97AD439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87925" y="2840038"/>
              <a:ext cx="2216150" cy="1177924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8FEDBB3-0BD6-41BC-BB57-9FEC2E96C0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720702" y="2912637"/>
              <a:ext cx="1080000" cy="1080000"/>
              <a:chOff x="6879023" y="2912637"/>
              <a:chExt cx="1080000" cy="1080000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7D12B81D-3F14-4DA1-BECA-669824832A0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60443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14" name="Freeform 68">
                  <a:extLst>
                    <a:ext uri="{FF2B5EF4-FFF2-40B4-BE49-F238E27FC236}">
                      <a16:creationId xmlns:a16="http://schemas.microsoft.com/office/drawing/2014/main" id="{EA11E57D-88DD-4899-907A-2A5772002FE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" name="Freeform 69">
                  <a:extLst>
                    <a:ext uri="{FF2B5EF4-FFF2-40B4-BE49-F238E27FC236}">
                      <a16:creationId xmlns:a16="http://schemas.microsoft.com/office/drawing/2014/main" id="{7A5AEE18-30A4-4777-975F-02D107A171B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" name="Line 70">
                  <a:extLst>
                    <a:ext uri="{FF2B5EF4-FFF2-40B4-BE49-F238E27FC236}">
                      <a16:creationId xmlns:a16="http://schemas.microsoft.com/office/drawing/2014/main" id="{39EA21FB-AE36-478E-9770-CB842814390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BC45D5C4-2D3A-4F84-BED1-D9B75234B0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916369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11" name="Freeform 68">
                  <a:extLst>
                    <a:ext uri="{FF2B5EF4-FFF2-40B4-BE49-F238E27FC236}">
                      <a16:creationId xmlns:a16="http://schemas.microsoft.com/office/drawing/2014/main" id="{259762E8-7432-4501-9FE5-92B04D37C76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" name="Freeform 69">
                  <a:extLst>
                    <a:ext uri="{FF2B5EF4-FFF2-40B4-BE49-F238E27FC236}">
                      <a16:creationId xmlns:a16="http://schemas.microsoft.com/office/drawing/2014/main" id="{FF91FD3E-0148-4B50-8906-7D9CD382A35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" name="Line 70">
                  <a:extLst>
                    <a:ext uri="{FF2B5EF4-FFF2-40B4-BE49-F238E27FC236}">
                      <a16:creationId xmlns:a16="http://schemas.microsoft.com/office/drawing/2014/main" id="{506FA1AD-488A-4FD4-A79F-4343698EA73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E79776F-EEB5-464D-19DD-92EC7B3B3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1939998" y="49440"/>
            <a:ext cx="2216150" cy="1177924"/>
            <a:chOff x="4987925" y="2840038"/>
            <a:chExt cx="2216150" cy="1177924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09A16CC-7006-C92A-F15C-618A3235AF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87925" y="2840038"/>
              <a:ext cx="2216150" cy="1177924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035D8D8D-001E-352F-FE03-CC3EE1D7CF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720702" y="2912637"/>
              <a:ext cx="1080000" cy="1080000"/>
              <a:chOff x="6879023" y="2912637"/>
              <a:chExt cx="1080000" cy="1080000"/>
            </a:xfrm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51CE1C6F-D1A5-FD45-5120-8F87F05DCFD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60443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29" name="Freeform 68">
                  <a:extLst>
                    <a:ext uri="{FF2B5EF4-FFF2-40B4-BE49-F238E27FC236}">
                      <a16:creationId xmlns:a16="http://schemas.microsoft.com/office/drawing/2014/main" id="{FE946A41-95B9-A9F4-17ED-A0113124469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0" name="Freeform 69">
                  <a:extLst>
                    <a:ext uri="{FF2B5EF4-FFF2-40B4-BE49-F238E27FC236}">
                      <a16:creationId xmlns:a16="http://schemas.microsoft.com/office/drawing/2014/main" id="{FDFB515A-8805-F10C-2933-35BDDF1DD3E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1" name="Line 70">
                  <a:extLst>
                    <a:ext uri="{FF2B5EF4-FFF2-40B4-BE49-F238E27FC236}">
                      <a16:creationId xmlns:a16="http://schemas.microsoft.com/office/drawing/2014/main" id="{F63B17C2-189B-28FA-8876-976CC481C76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613E90FB-54AC-A2FC-9D01-C95ACC91FC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916369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25" name="Freeform 68">
                  <a:extLst>
                    <a:ext uri="{FF2B5EF4-FFF2-40B4-BE49-F238E27FC236}">
                      <a16:creationId xmlns:a16="http://schemas.microsoft.com/office/drawing/2014/main" id="{58A6A556-AB2C-1636-63D4-9E2806E3671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7" name="Freeform 69">
                  <a:extLst>
                    <a:ext uri="{FF2B5EF4-FFF2-40B4-BE49-F238E27FC236}">
                      <a16:creationId xmlns:a16="http://schemas.microsoft.com/office/drawing/2014/main" id="{A43047F1-413F-99DB-01CC-293FC1813A5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8" name="Line 70">
                  <a:extLst>
                    <a:ext uri="{FF2B5EF4-FFF2-40B4-BE49-F238E27FC236}">
                      <a16:creationId xmlns:a16="http://schemas.microsoft.com/office/drawing/2014/main" id="{47C2B72F-C97F-770D-5F99-50DD97EB279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1037166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7C0FA93-7C0D-4CC0-BB42-DF569688ED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alpha val="2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643" y="995761"/>
            <a:ext cx="5160757" cy="2972990"/>
          </a:xfrm>
        </p:spPr>
        <p:txBody>
          <a:bodyPr>
            <a:noAutofit/>
          </a:bodyPr>
          <a:lstStyle>
            <a:lvl1pPr algn="ctr">
              <a:defRPr sz="48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0" name="Subtitle 7">
            <a:extLst>
              <a:ext uri="{FF2B5EF4-FFF2-40B4-BE49-F238E27FC236}">
                <a16:creationId xmlns:a16="http://schemas.microsoft.com/office/drawing/2014/main" id="{C2777538-58E6-494C-A27B-B70346B0F39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2643" y="4081727"/>
            <a:ext cx="5160757" cy="1780513"/>
          </a:xfrm>
        </p:spPr>
        <p:txBody>
          <a:bodyPr anchor="t" anchorCtr="0">
            <a:noAutofit/>
          </a:bodyPr>
          <a:lstStyle>
            <a:lvl1pPr marL="0" indent="0" algn="ctr">
              <a:buNone/>
              <a:defRPr lang="en-US" sz="1800" kern="1200" cap="all" spc="300" dirty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>
                <a:cs typeface="Calibri"/>
              </a:rPr>
              <a:t>Click to add subtitle</a:t>
            </a:r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41D5DFE-8F3F-B784-41B0-31F1C534B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939998" y="5634038"/>
            <a:ext cx="2216150" cy="1177924"/>
            <a:chOff x="4987925" y="2840038"/>
            <a:chExt cx="2216150" cy="117792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78FF8C9-13C5-56E2-15F0-726312FF5E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87925" y="2840038"/>
              <a:ext cx="2216150" cy="1177924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14867E99-B662-B6E9-E6E5-C3407AF419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720702" y="2912637"/>
              <a:ext cx="1080000" cy="1080000"/>
              <a:chOff x="6879023" y="2912637"/>
              <a:chExt cx="1080000" cy="1080000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17278895-DA26-C127-87C0-697FD9488C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60443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27" name="Freeform 68">
                  <a:extLst>
                    <a:ext uri="{FF2B5EF4-FFF2-40B4-BE49-F238E27FC236}">
                      <a16:creationId xmlns:a16="http://schemas.microsoft.com/office/drawing/2014/main" id="{830A98F7-AE8F-57AF-4A98-D9FDD5E348E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8" name="Freeform 69">
                  <a:extLst>
                    <a:ext uri="{FF2B5EF4-FFF2-40B4-BE49-F238E27FC236}">
                      <a16:creationId xmlns:a16="http://schemas.microsoft.com/office/drawing/2014/main" id="{04E85AAB-DBFC-9EFB-0839-BD3BF907CB4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9" name="Line 70">
                  <a:extLst>
                    <a:ext uri="{FF2B5EF4-FFF2-40B4-BE49-F238E27FC236}">
                      <a16:creationId xmlns:a16="http://schemas.microsoft.com/office/drawing/2014/main" id="{FB82D752-7675-919F-1F4E-A662D638CA2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2315DAC7-8F1F-7516-6093-EF240456E26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916369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22" name="Freeform 68">
                  <a:extLst>
                    <a:ext uri="{FF2B5EF4-FFF2-40B4-BE49-F238E27FC236}">
                      <a16:creationId xmlns:a16="http://schemas.microsoft.com/office/drawing/2014/main" id="{8784DA3A-66FB-8A56-0830-9C7BAE1BDF8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3" name="Freeform 69">
                  <a:extLst>
                    <a:ext uri="{FF2B5EF4-FFF2-40B4-BE49-F238E27FC236}">
                      <a16:creationId xmlns:a16="http://schemas.microsoft.com/office/drawing/2014/main" id="{17465245-FA5B-23A6-733F-92E4C7D22BD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5" name="Line 70">
                  <a:extLst>
                    <a:ext uri="{FF2B5EF4-FFF2-40B4-BE49-F238E27FC236}">
                      <a16:creationId xmlns:a16="http://schemas.microsoft.com/office/drawing/2014/main" id="{E5934380-F9D4-5C01-360B-793C27BC6B1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CD2A0D6-CCC5-0E52-3DEA-FC7EDC9C49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1939998" y="49440"/>
            <a:ext cx="2216150" cy="1177924"/>
            <a:chOff x="4987925" y="2840038"/>
            <a:chExt cx="2216150" cy="1177924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5952F4BA-7236-1B1C-5216-B9BE515C7C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87925" y="2840038"/>
              <a:ext cx="2216150" cy="1177924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4555DC04-CCBE-6784-2184-F53E6BB5E1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720702" y="2912637"/>
              <a:ext cx="1080000" cy="1080000"/>
              <a:chOff x="6879023" y="2912637"/>
              <a:chExt cx="1080000" cy="1080000"/>
            </a:xfrm>
          </p:grpSpPr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0B9A340D-1663-7DA9-73AE-9B675EF502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60443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38" name="Freeform 68">
                  <a:extLst>
                    <a:ext uri="{FF2B5EF4-FFF2-40B4-BE49-F238E27FC236}">
                      <a16:creationId xmlns:a16="http://schemas.microsoft.com/office/drawing/2014/main" id="{79252168-D1D9-C3CD-EFC8-41C970A0585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9" name="Freeform 69">
                  <a:extLst>
                    <a:ext uri="{FF2B5EF4-FFF2-40B4-BE49-F238E27FC236}">
                      <a16:creationId xmlns:a16="http://schemas.microsoft.com/office/drawing/2014/main" id="{BD3D9A06-E42E-5D13-8785-3C0D11DE16C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0" name="Line 70">
                  <a:extLst>
                    <a:ext uri="{FF2B5EF4-FFF2-40B4-BE49-F238E27FC236}">
                      <a16:creationId xmlns:a16="http://schemas.microsoft.com/office/drawing/2014/main" id="{21834AF8-71F0-5841-4EC6-634FD9FE380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2D1C1DDF-35C6-613D-DA7C-81FC3E0E96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916369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35" name="Freeform 68">
                  <a:extLst>
                    <a:ext uri="{FF2B5EF4-FFF2-40B4-BE49-F238E27FC236}">
                      <a16:creationId xmlns:a16="http://schemas.microsoft.com/office/drawing/2014/main" id="{F63E067E-30E2-CF93-0F3E-7766C716D43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6" name="Freeform 69">
                  <a:extLst>
                    <a:ext uri="{FF2B5EF4-FFF2-40B4-BE49-F238E27FC236}">
                      <a16:creationId xmlns:a16="http://schemas.microsoft.com/office/drawing/2014/main" id="{E1121437-B5EB-87F8-77CC-3B282445213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7" name="Line 70">
                  <a:extLst>
                    <a:ext uri="{FF2B5EF4-FFF2-40B4-BE49-F238E27FC236}">
                      <a16:creationId xmlns:a16="http://schemas.microsoft.com/office/drawing/2014/main" id="{0FC3E6C1-F30C-BEBC-7EBD-1D93DCD05B8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C9D32952-2D0C-4A3E-9354-E014C717894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54800" y="430213"/>
            <a:ext cx="4995863" cy="5997574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6856828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77D905AD-2C09-A80F-FBF0-4F45A7A148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163" y="400049"/>
            <a:ext cx="8647721" cy="118504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6F87AC4-493F-1EB8-D127-C21530FA824E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68163" y="1997132"/>
            <a:ext cx="8652793" cy="4232218"/>
          </a:xfrm>
        </p:spPr>
        <p:txBody>
          <a:bodyPr lIns="0">
            <a:normAutofit/>
          </a:bodyPr>
          <a:lstStyle>
            <a:lvl1pPr marL="285750" indent="-285750">
              <a:lnSpc>
                <a:spcPct val="130000"/>
              </a:lnSpc>
              <a:buFont typeface="Arial" panose="020B0604020202020204" pitchFamily="34" charset="0"/>
              <a:buChar char="•"/>
              <a:defRPr sz="1800"/>
            </a:lvl1pPr>
            <a:lvl2pPr marL="645750" indent="-285750">
              <a:lnSpc>
                <a:spcPct val="130000"/>
              </a:lnSpc>
              <a:buFont typeface="Arial" panose="020B0604020202020204" pitchFamily="34" charset="0"/>
              <a:buChar char="•"/>
              <a:defRPr sz="1800"/>
            </a:lvl2pPr>
            <a:lvl3pPr marL="1005750" indent="-285750">
              <a:lnSpc>
                <a:spcPct val="130000"/>
              </a:lnSpc>
              <a:buFont typeface="Arial" panose="020B0604020202020204" pitchFamily="34" charset="0"/>
              <a:buChar char="•"/>
              <a:defRPr sz="1800"/>
            </a:lvl3pPr>
            <a:lvl4pPr marL="1365750" indent="-285750">
              <a:lnSpc>
                <a:spcPct val="130000"/>
              </a:lnSpc>
              <a:buFont typeface="Arial" panose="020B0604020202020204" pitchFamily="34" charset="0"/>
              <a:buChar char="•"/>
              <a:defRPr sz="1800"/>
            </a:lvl4pPr>
            <a:lvl5pPr marL="1725750" indent="-285750">
              <a:lnSpc>
                <a:spcPct val="130000"/>
              </a:lnSpc>
              <a:buFont typeface="Arial" panose="020B0604020202020204" pitchFamily="34" charset="0"/>
              <a:buChar char="•"/>
              <a:defRPr sz="1800"/>
            </a:lvl5pPr>
          </a:lstStyle>
          <a:p>
            <a:r>
              <a:rPr lang="en-US">
                <a:cs typeface="Calibri"/>
              </a:rPr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BBE6897-C551-2BCB-F552-C4B761D2C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757063" y="457964"/>
            <a:ext cx="2211229" cy="2707415"/>
            <a:chOff x="9728105" y="457964"/>
            <a:chExt cx="2211229" cy="2707415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C8215B7C-A98D-6F6C-9039-6F2AAEEFDD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9940728" y="245341"/>
              <a:ext cx="1785984" cy="2211229"/>
              <a:chOff x="3125006" y="3171595"/>
              <a:chExt cx="1785984" cy="2211229"/>
            </a:xfrm>
          </p:grpSpPr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184D4E7B-7775-1603-2C3F-5C265357728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6F97B093-B348-8A25-789A-743A43E9038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Straight Connector 60">
                  <a:extLst>
                    <a:ext uri="{FF2B5EF4-FFF2-40B4-BE49-F238E27FC236}">
                      <a16:creationId xmlns:a16="http://schemas.microsoft.com/office/drawing/2014/main" id="{0732DEA9-6233-9CDE-64C6-744FC6CD6E4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2" name="Rectangle 30">
                  <a:extLst>
                    <a:ext uri="{FF2B5EF4-FFF2-40B4-BE49-F238E27FC236}">
                      <a16:creationId xmlns:a16="http://schemas.microsoft.com/office/drawing/2014/main" id="{9274C521-E533-D3E5-CE64-E3A3AEC0FE7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3" name="Rectangle 30">
                  <a:extLst>
                    <a:ext uri="{FF2B5EF4-FFF2-40B4-BE49-F238E27FC236}">
                      <a16:creationId xmlns:a16="http://schemas.microsoft.com/office/drawing/2014/main" id="{2C69CF99-91AA-9E24-24AE-5A89748B46E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A35D6C12-B227-D277-0499-FA2765DB20A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58" name="Freeform: Shape 57">
                  <a:extLst>
                    <a:ext uri="{FF2B5EF4-FFF2-40B4-BE49-F238E27FC236}">
                      <a16:creationId xmlns:a16="http://schemas.microsoft.com/office/drawing/2014/main" id="{01FCD87F-4621-47F3-CC5C-A1A8F673324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9" name="Freeform: Shape 58">
                  <a:extLst>
                    <a:ext uri="{FF2B5EF4-FFF2-40B4-BE49-F238E27FC236}">
                      <a16:creationId xmlns:a16="http://schemas.microsoft.com/office/drawing/2014/main" id="{CA7C3364-8305-C08F-4132-18DA2D39BFA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18093390-6F0E-5ED5-5DAF-40FF115489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 userDrawn="1"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10400269" y="1917604"/>
              <a:ext cx="633413" cy="1862138"/>
              <a:chOff x="5959193" y="333389"/>
              <a:chExt cx="633413" cy="1862138"/>
            </a:xfrm>
          </p:grpSpPr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CEAA9FA7-0165-F161-72DC-F2E001FCF3A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959192" y="333389"/>
                <a:ext cx="633413" cy="1419225"/>
                <a:chOff x="5959192" y="333389"/>
                <a:chExt cx="633413" cy="1419225"/>
              </a:xfrm>
            </p:grpSpPr>
            <p:sp>
              <p:nvSpPr>
                <p:cNvPr id="54" name="Freeform 68">
                  <a:extLst>
                    <a:ext uri="{FF2B5EF4-FFF2-40B4-BE49-F238E27FC236}">
                      <a16:creationId xmlns:a16="http://schemas.microsoft.com/office/drawing/2014/main" id="{9F185D91-004D-5474-3DD0-9153A2AEA29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959192" y="333389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5" name="Freeform 69">
                  <a:extLst>
                    <a:ext uri="{FF2B5EF4-FFF2-40B4-BE49-F238E27FC236}">
                      <a16:creationId xmlns:a16="http://schemas.microsoft.com/office/drawing/2014/main" id="{D995CD54-9374-D2B3-957D-6925B750A69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278280" y="333389"/>
                  <a:ext cx="314325" cy="1419225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53" name="Line 70">
                <a:extLst>
                  <a:ext uri="{FF2B5EF4-FFF2-40B4-BE49-F238E27FC236}">
                    <a16:creationId xmlns:a16="http://schemas.microsoft.com/office/drawing/2014/main" id="{EDCD4830-6A47-A59E-6569-B352E6D6617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 userDrawn="1"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278281" y="333389"/>
                <a:ext cx="0" cy="1862138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000E8D63-E827-790A-519A-B36BFBDEB4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8163" y="179949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A908D1ED-4589-9577-8D42-858F2E005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V="1">
            <a:off x="9740417" y="3721100"/>
            <a:ext cx="2211229" cy="2707415"/>
            <a:chOff x="9728105" y="457964"/>
            <a:chExt cx="2211229" cy="2707415"/>
          </a:xfrm>
        </p:grpSpPr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2657C24A-988F-290D-0D82-858C3E574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9940728" y="245341"/>
              <a:ext cx="1785984" cy="2211229"/>
              <a:chOff x="3125006" y="3171595"/>
              <a:chExt cx="1785984" cy="2211229"/>
            </a:xfrm>
          </p:grpSpPr>
          <p:grpSp>
            <p:nvGrpSpPr>
              <p:cNvPr id="140" name="Group 139">
                <a:extLst>
                  <a:ext uri="{FF2B5EF4-FFF2-40B4-BE49-F238E27FC236}">
                    <a16:creationId xmlns:a16="http://schemas.microsoft.com/office/drawing/2014/main" id="{3AB3F4C6-5635-3075-CCEA-4675932DD4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144" name="Straight Connector 143">
                  <a:extLst>
                    <a:ext uri="{FF2B5EF4-FFF2-40B4-BE49-F238E27FC236}">
                      <a16:creationId xmlns:a16="http://schemas.microsoft.com/office/drawing/2014/main" id="{02F5D12D-62A1-0F12-12B0-572BA5657EF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Connector 144">
                  <a:extLst>
                    <a:ext uri="{FF2B5EF4-FFF2-40B4-BE49-F238E27FC236}">
                      <a16:creationId xmlns:a16="http://schemas.microsoft.com/office/drawing/2014/main" id="{E47EADA3-585F-FC49-7481-AF5B4DA0939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6" name="Rectangle 30">
                  <a:extLst>
                    <a:ext uri="{FF2B5EF4-FFF2-40B4-BE49-F238E27FC236}">
                      <a16:creationId xmlns:a16="http://schemas.microsoft.com/office/drawing/2014/main" id="{DFB52899-BBD4-527C-5990-88BF84565D5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7" name="Rectangle 30">
                  <a:extLst>
                    <a:ext uri="{FF2B5EF4-FFF2-40B4-BE49-F238E27FC236}">
                      <a16:creationId xmlns:a16="http://schemas.microsoft.com/office/drawing/2014/main" id="{653A3527-A6E3-89A6-71ED-9A7D8EBA4C3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41" name="Group 140">
                <a:extLst>
                  <a:ext uri="{FF2B5EF4-FFF2-40B4-BE49-F238E27FC236}">
                    <a16:creationId xmlns:a16="http://schemas.microsoft.com/office/drawing/2014/main" id="{CD03B7A9-CD70-40B9-650E-43C78D4F16F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142" name="Freeform: Shape 141">
                  <a:extLst>
                    <a:ext uri="{FF2B5EF4-FFF2-40B4-BE49-F238E27FC236}">
                      <a16:creationId xmlns:a16="http://schemas.microsoft.com/office/drawing/2014/main" id="{451CBB11-40F3-F130-BA91-6311C58CB1B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3" name="Freeform: Shape 142">
                  <a:extLst>
                    <a:ext uri="{FF2B5EF4-FFF2-40B4-BE49-F238E27FC236}">
                      <a16:creationId xmlns:a16="http://schemas.microsoft.com/office/drawing/2014/main" id="{2CCB9535-280C-59F1-2408-AFAD8D1BE2E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id="{44493786-0B0A-24D5-26A9-8E820E6AB8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 userDrawn="1"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10400269" y="1917604"/>
              <a:ext cx="633413" cy="1862138"/>
              <a:chOff x="5959193" y="333389"/>
              <a:chExt cx="633413" cy="1862138"/>
            </a:xfrm>
          </p:grpSpPr>
          <p:grpSp>
            <p:nvGrpSpPr>
              <p:cNvPr id="136" name="Group 135">
                <a:extLst>
                  <a:ext uri="{FF2B5EF4-FFF2-40B4-BE49-F238E27FC236}">
                    <a16:creationId xmlns:a16="http://schemas.microsoft.com/office/drawing/2014/main" id="{F66FA07F-4726-2875-B812-6BCC5ABCC2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959192" y="333389"/>
                <a:ext cx="633413" cy="1419225"/>
                <a:chOff x="5959192" y="333389"/>
                <a:chExt cx="633413" cy="1419225"/>
              </a:xfrm>
            </p:grpSpPr>
            <p:sp>
              <p:nvSpPr>
                <p:cNvPr id="138" name="Freeform 68">
                  <a:extLst>
                    <a:ext uri="{FF2B5EF4-FFF2-40B4-BE49-F238E27FC236}">
                      <a16:creationId xmlns:a16="http://schemas.microsoft.com/office/drawing/2014/main" id="{A3457F2F-D92C-2F19-7ECB-5110F6A2BB3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959192" y="333389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9" name="Freeform 69">
                  <a:extLst>
                    <a:ext uri="{FF2B5EF4-FFF2-40B4-BE49-F238E27FC236}">
                      <a16:creationId xmlns:a16="http://schemas.microsoft.com/office/drawing/2014/main" id="{6ABA0333-6EC3-6BEF-E476-C0072364AAE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278280" y="333389"/>
                  <a:ext cx="314325" cy="1419225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137" name="Line 70">
                <a:extLst>
                  <a:ext uri="{FF2B5EF4-FFF2-40B4-BE49-F238E27FC236}">
                    <a16:creationId xmlns:a16="http://schemas.microsoft.com/office/drawing/2014/main" id="{D9E689F1-3CC0-2CE6-27B1-34AA1949B9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 userDrawn="1"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278281" y="333389"/>
                <a:ext cx="0" cy="1862138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811096D-7051-CD8E-3C9B-63077216B6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8164" y="6357168"/>
            <a:ext cx="1641986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20XX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3375748-D6D7-A497-C19F-581BC09345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1AC1AD6-D101-6CA6-45FC-DC48C0F32D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64103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9943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68408" y="1187450"/>
            <a:ext cx="6255903" cy="2996901"/>
          </a:xfrm>
        </p:spPr>
        <p:txBody>
          <a:bodyPr>
            <a:noAutofit/>
          </a:bodyPr>
          <a:lstStyle>
            <a:lvl1pPr algn="ctr">
              <a:defRPr sz="48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C6B76DB-2767-87C4-10EE-4BBBF284112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2286000" y="4557712"/>
            <a:ext cx="7659688" cy="1639275"/>
          </a:xfrm>
        </p:spPr>
        <p:txBody>
          <a:bodyPr/>
          <a:lstStyle>
            <a:lvl1pPr marL="0" indent="0" algn="ctr" defTabSz="9144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None/>
              <a:defRPr lang="en-US" sz="1800" kern="1200" cap="all" spc="300" dirty="0" smtClean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60000" indent="0" algn="ctr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US"/>
              <a:t>Click to add text</a:t>
            </a:r>
          </a:p>
          <a:p>
            <a:pPr lvl="1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9F4A9DA-0E0F-BB15-37FE-7C47230AF4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153659" y="716800"/>
            <a:ext cx="3838575" cy="5583025"/>
            <a:chOff x="199766" y="716800"/>
            <a:chExt cx="3838575" cy="5583025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6D7EE9A-A325-1078-BB60-9FC75CAEB6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890329" y="26237"/>
              <a:ext cx="2457450" cy="3838575"/>
              <a:chOff x="587376" y="280988"/>
              <a:chExt cx="2457450" cy="3838575"/>
            </a:xfrm>
          </p:grpSpPr>
          <p:sp>
            <p:nvSpPr>
              <p:cNvPr id="38" name="Freeform 64">
                <a:extLst>
                  <a:ext uri="{FF2B5EF4-FFF2-40B4-BE49-F238E27FC236}">
                    <a16:creationId xmlns:a16="http://schemas.microsoft.com/office/drawing/2014/main" id="{E3B36E34-9750-EC15-036F-4B675C295AB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443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" name="Freeform 81">
                <a:extLst>
                  <a:ext uri="{FF2B5EF4-FFF2-40B4-BE49-F238E27FC236}">
                    <a16:creationId xmlns:a16="http://schemas.microsoft.com/office/drawing/2014/main" id="{06586384-27A4-246C-E62A-33558F884F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205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0" name="Freeform 61">
                <a:extLst>
                  <a:ext uri="{FF2B5EF4-FFF2-40B4-BE49-F238E27FC236}">
                    <a16:creationId xmlns:a16="http://schemas.microsoft.com/office/drawing/2014/main" id="{5AA0A056-987B-0766-D8E8-C8D89A7EC71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443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1" name="Freeform 78">
                <a:extLst>
                  <a:ext uri="{FF2B5EF4-FFF2-40B4-BE49-F238E27FC236}">
                    <a16:creationId xmlns:a16="http://schemas.microsoft.com/office/drawing/2014/main" id="{B8359D64-1AAE-C3D6-1AEB-701A9026861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205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2" name="Freeform 84">
                <a:extLst>
                  <a:ext uri="{FF2B5EF4-FFF2-40B4-BE49-F238E27FC236}">
                    <a16:creationId xmlns:a16="http://schemas.microsoft.com/office/drawing/2014/main" id="{40C577F2-9B8C-9987-0FDA-0B46E995AE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967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3" name="Freeform 87">
                <a:extLst>
                  <a:ext uri="{FF2B5EF4-FFF2-40B4-BE49-F238E27FC236}">
                    <a16:creationId xmlns:a16="http://schemas.microsoft.com/office/drawing/2014/main" id="{E4A8A441-14F2-1181-7C03-9AF4D75DE0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967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4" name="Freeform 60">
                <a:extLst>
                  <a:ext uri="{FF2B5EF4-FFF2-40B4-BE49-F238E27FC236}">
                    <a16:creationId xmlns:a16="http://schemas.microsoft.com/office/drawing/2014/main" id="{3A0F5B06-DAD1-414A-4045-AC17788009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0988"/>
                <a:ext cx="319088" cy="1419225"/>
              </a:xfrm>
              <a:custGeom>
                <a:avLst/>
                <a:gdLst>
                  <a:gd name="T0" fmla="*/ 0 w 67"/>
                  <a:gd name="T1" fmla="*/ 0 h 298"/>
                  <a:gd name="T2" fmla="*/ 0 w 67"/>
                  <a:gd name="T3" fmla="*/ 298 h 298"/>
                  <a:gd name="T4" fmla="*/ 67 w 67"/>
                  <a:gd name="T5" fmla="*/ 149 h 298"/>
                  <a:gd name="T6" fmla="*/ 0 w 67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7" y="208"/>
                      <a:pt x="67" y="149"/>
                    </a:cubicBezTo>
                    <a:cubicBezTo>
                      <a:pt x="67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5" name="Freeform 59">
                <a:extLst>
                  <a:ext uri="{FF2B5EF4-FFF2-40B4-BE49-F238E27FC236}">
                    <a16:creationId xmlns:a16="http://schemas.microsoft.com/office/drawing/2014/main" id="{6EAB1EB7-4688-82CC-051F-DB66DE38B8B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497013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6" name="Freeform 62">
                <a:extLst>
                  <a:ext uri="{FF2B5EF4-FFF2-40B4-BE49-F238E27FC236}">
                    <a16:creationId xmlns:a16="http://schemas.microsoft.com/office/drawing/2014/main" id="{A9AB2401-8BD6-D082-7D34-198A6545D12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390651"/>
                <a:ext cx="1228725" cy="761999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7" name="Freeform 65">
                <a:extLst>
                  <a:ext uri="{FF2B5EF4-FFF2-40B4-BE49-F238E27FC236}">
                    <a16:creationId xmlns:a16="http://schemas.microsoft.com/office/drawing/2014/main" id="{3A90FDBC-4B7A-EDE5-0D04-338D0D4465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362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0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8" name="Freeform 79">
                <a:extLst>
                  <a:ext uri="{FF2B5EF4-FFF2-40B4-BE49-F238E27FC236}">
                    <a16:creationId xmlns:a16="http://schemas.microsoft.com/office/drawing/2014/main" id="{A8D3C6B9-6FD6-25DA-E318-38517D1729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124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9" name="Freeform 82">
                <a:extLst>
                  <a:ext uri="{FF2B5EF4-FFF2-40B4-BE49-F238E27FC236}">
                    <a16:creationId xmlns:a16="http://schemas.microsoft.com/office/drawing/2014/main" id="{7B45605F-50DD-B936-79D0-4D5D3DCCF60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124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0" name="Freeform 85">
                <a:extLst>
                  <a:ext uri="{FF2B5EF4-FFF2-40B4-BE49-F238E27FC236}">
                    <a16:creationId xmlns:a16="http://schemas.microsoft.com/office/drawing/2014/main" id="{AA2CCC3A-D444-734A-6925-5778565003F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886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1" name="Freeform 88">
                <a:extLst>
                  <a:ext uri="{FF2B5EF4-FFF2-40B4-BE49-F238E27FC236}">
                    <a16:creationId xmlns:a16="http://schemas.microsoft.com/office/drawing/2014/main" id="{A2BD9A0D-1346-B3F5-7383-79EB805ABD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86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16EB22E5-C3DE-A015-B732-9C99977BB7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87376" y="280988"/>
                <a:ext cx="2457450" cy="3838575"/>
                <a:chOff x="587376" y="280988"/>
                <a:chExt cx="2457450" cy="3838575"/>
              </a:xfrm>
            </p:grpSpPr>
            <p:sp>
              <p:nvSpPr>
                <p:cNvPr id="53" name="Line 63">
                  <a:extLst>
                    <a:ext uri="{FF2B5EF4-FFF2-40B4-BE49-F238E27FC236}">
                      <a16:creationId xmlns:a16="http://schemas.microsoft.com/office/drawing/2014/main" id="{93CF15FE-A466-3FBE-1E87-307BF004FC3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4" name="Line 66">
                  <a:extLst>
                    <a:ext uri="{FF2B5EF4-FFF2-40B4-BE49-F238E27FC236}">
                      <a16:creationId xmlns:a16="http://schemas.microsoft.com/office/drawing/2014/main" id="{3C84471E-53D8-C7CA-359C-EA3D084335B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5" name="Line 67">
                  <a:extLst>
                    <a:ext uri="{FF2B5EF4-FFF2-40B4-BE49-F238E27FC236}">
                      <a16:creationId xmlns:a16="http://schemas.microsoft.com/office/drawing/2014/main" id="{BC3DC9EB-7ADF-8A40-A0B1-806A49FDD16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80988"/>
                  <a:ext cx="0" cy="3838575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6" name="Line 80">
                  <a:extLst>
                    <a:ext uri="{FF2B5EF4-FFF2-40B4-BE49-F238E27FC236}">
                      <a16:creationId xmlns:a16="http://schemas.microsoft.com/office/drawing/2014/main" id="{A9814A17-E78A-F4E9-E11C-91D474D977B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7" name="Line 83">
                  <a:extLst>
                    <a:ext uri="{FF2B5EF4-FFF2-40B4-BE49-F238E27FC236}">
                      <a16:creationId xmlns:a16="http://schemas.microsoft.com/office/drawing/2014/main" id="{317CBEE3-C973-721D-F6E1-B01AB38460A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8" name="Line 86">
                  <a:extLst>
                    <a:ext uri="{FF2B5EF4-FFF2-40B4-BE49-F238E27FC236}">
                      <a16:creationId xmlns:a16="http://schemas.microsoft.com/office/drawing/2014/main" id="{B94FEC87-B417-D6A3-C64B-28FBFF77E6B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9" name="Line 89">
                  <a:extLst>
                    <a:ext uri="{FF2B5EF4-FFF2-40B4-BE49-F238E27FC236}">
                      <a16:creationId xmlns:a16="http://schemas.microsoft.com/office/drawing/2014/main" id="{E06EF271-57E5-EEF4-D040-2024C9C5E22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B6F3B2D-71C3-22D2-3FE7-AEB56473B0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3500000">
              <a:off x="480743" y="3311698"/>
              <a:ext cx="1785984" cy="2211229"/>
              <a:chOff x="3125006" y="3171595"/>
              <a:chExt cx="1785984" cy="2211229"/>
            </a:xfrm>
          </p:grpSpPr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97575CCE-8AB7-7F62-6647-54A79E708F6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B17ABC5D-B6B9-F1AF-A5E6-4E86BF39735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9D90BB42-FD51-C2C9-345D-87DED4AC79F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6" name="Rectangle 30">
                  <a:extLst>
                    <a:ext uri="{FF2B5EF4-FFF2-40B4-BE49-F238E27FC236}">
                      <a16:creationId xmlns:a16="http://schemas.microsoft.com/office/drawing/2014/main" id="{385D3C2A-6509-6882-27B6-96C8742214B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" name="Rectangle 30">
                  <a:extLst>
                    <a:ext uri="{FF2B5EF4-FFF2-40B4-BE49-F238E27FC236}">
                      <a16:creationId xmlns:a16="http://schemas.microsoft.com/office/drawing/2014/main" id="{4BF0830E-092E-8582-FD37-25EBB95D93E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C380A303-EA12-90C6-733E-C85628E6E95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641257D7-35B4-17E4-164F-621D979A03D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6F3910AB-8CA8-F456-4738-9F48854BD06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B586CB42-F5B6-83EC-94BC-143860A116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555957" y="5230097"/>
              <a:ext cx="641183" cy="1069728"/>
              <a:chOff x="6484112" y="2967038"/>
              <a:chExt cx="641183" cy="1069728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635060AB-ED2F-208F-81B5-BEB45F802F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6808136" y="2967038"/>
                <a:ext cx="317159" cy="932400"/>
                <a:chOff x="6808136" y="2967038"/>
                <a:chExt cx="317159" cy="932400"/>
              </a:xfrm>
            </p:grpSpPr>
            <p:sp>
              <p:nvSpPr>
                <p:cNvPr id="27" name="Freeform 68">
                  <a:extLst>
                    <a:ext uri="{FF2B5EF4-FFF2-40B4-BE49-F238E27FC236}">
                      <a16:creationId xmlns:a16="http://schemas.microsoft.com/office/drawing/2014/main" id="{6E687AEB-A199-BAD0-2E9A-3ACBFE28411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8" name="Freeform 69">
                  <a:extLst>
                    <a:ext uri="{FF2B5EF4-FFF2-40B4-BE49-F238E27FC236}">
                      <a16:creationId xmlns:a16="http://schemas.microsoft.com/office/drawing/2014/main" id="{DAFE85D5-581E-A320-6774-95E0233C56C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9" name="Line 70">
                  <a:extLst>
                    <a:ext uri="{FF2B5EF4-FFF2-40B4-BE49-F238E27FC236}">
                      <a16:creationId xmlns:a16="http://schemas.microsoft.com/office/drawing/2014/main" id="{7270347A-DB8B-CFEA-D5B1-DBC3659BBEA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21965131-3F3E-E213-B710-81D71722A9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484112" y="3104366"/>
                <a:ext cx="317159" cy="932400"/>
                <a:chOff x="6808136" y="2967038"/>
                <a:chExt cx="317159" cy="932400"/>
              </a:xfrm>
            </p:grpSpPr>
            <p:sp>
              <p:nvSpPr>
                <p:cNvPr id="22" name="Freeform 68">
                  <a:extLst>
                    <a:ext uri="{FF2B5EF4-FFF2-40B4-BE49-F238E27FC236}">
                      <a16:creationId xmlns:a16="http://schemas.microsoft.com/office/drawing/2014/main" id="{A3D07104-0A30-F679-34AF-C21FD6FACE8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3" name="Freeform 69">
                  <a:extLst>
                    <a:ext uri="{FF2B5EF4-FFF2-40B4-BE49-F238E27FC236}">
                      <a16:creationId xmlns:a16="http://schemas.microsoft.com/office/drawing/2014/main" id="{B13E5798-2DCB-9131-C54F-6F0D08D86F5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5" name="Line 70">
                  <a:extLst>
                    <a:ext uri="{FF2B5EF4-FFF2-40B4-BE49-F238E27FC236}">
                      <a16:creationId xmlns:a16="http://schemas.microsoft.com/office/drawing/2014/main" id="{2F125324-9871-5BDF-13D3-6E4113AFD05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BE0CCD1F-2B54-D361-E053-5FF87DD59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92855" y="716800"/>
            <a:ext cx="3838575" cy="5583025"/>
            <a:chOff x="199766" y="716800"/>
            <a:chExt cx="3838575" cy="5583025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B3F3EEBC-EBC4-0038-38A9-A494FED7A6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890329" y="26237"/>
              <a:ext cx="2457450" cy="3838575"/>
              <a:chOff x="587376" y="280988"/>
              <a:chExt cx="2457450" cy="3838575"/>
            </a:xfrm>
          </p:grpSpPr>
          <p:sp>
            <p:nvSpPr>
              <p:cNvPr id="80" name="Freeform 64">
                <a:extLst>
                  <a:ext uri="{FF2B5EF4-FFF2-40B4-BE49-F238E27FC236}">
                    <a16:creationId xmlns:a16="http://schemas.microsoft.com/office/drawing/2014/main" id="{581DA3CF-C0A0-8E1A-B2CA-B465ACA6C8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443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" name="Freeform 81">
                <a:extLst>
                  <a:ext uri="{FF2B5EF4-FFF2-40B4-BE49-F238E27FC236}">
                    <a16:creationId xmlns:a16="http://schemas.microsoft.com/office/drawing/2014/main" id="{DB32943F-D66E-F068-1ECE-FF375616F2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205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2" name="Freeform 61">
                <a:extLst>
                  <a:ext uri="{FF2B5EF4-FFF2-40B4-BE49-F238E27FC236}">
                    <a16:creationId xmlns:a16="http://schemas.microsoft.com/office/drawing/2014/main" id="{3B13BE8F-A9CD-C462-43E9-D182FCF05E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443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" name="Freeform 78">
                <a:extLst>
                  <a:ext uri="{FF2B5EF4-FFF2-40B4-BE49-F238E27FC236}">
                    <a16:creationId xmlns:a16="http://schemas.microsoft.com/office/drawing/2014/main" id="{F75852E9-400B-CA0A-4A1A-0B754AE008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205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4" name="Freeform 84">
                <a:extLst>
                  <a:ext uri="{FF2B5EF4-FFF2-40B4-BE49-F238E27FC236}">
                    <a16:creationId xmlns:a16="http://schemas.microsoft.com/office/drawing/2014/main" id="{1D8ECB49-B6E6-DA8C-61EE-CB6BB20FF4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967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5" name="Freeform 87">
                <a:extLst>
                  <a:ext uri="{FF2B5EF4-FFF2-40B4-BE49-F238E27FC236}">
                    <a16:creationId xmlns:a16="http://schemas.microsoft.com/office/drawing/2014/main" id="{53A3DB70-240A-ADEB-E7B2-84B3837F44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967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" name="Freeform 60">
                <a:extLst>
                  <a:ext uri="{FF2B5EF4-FFF2-40B4-BE49-F238E27FC236}">
                    <a16:creationId xmlns:a16="http://schemas.microsoft.com/office/drawing/2014/main" id="{9B713D37-E240-145B-9C3E-F8D262CF7B9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0988"/>
                <a:ext cx="319088" cy="1419225"/>
              </a:xfrm>
              <a:custGeom>
                <a:avLst/>
                <a:gdLst>
                  <a:gd name="T0" fmla="*/ 0 w 67"/>
                  <a:gd name="T1" fmla="*/ 0 h 298"/>
                  <a:gd name="T2" fmla="*/ 0 w 67"/>
                  <a:gd name="T3" fmla="*/ 298 h 298"/>
                  <a:gd name="T4" fmla="*/ 67 w 67"/>
                  <a:gd name="T5" fmla="*/ 149 h 298"/>
                  <a:gd name="T6" fmla="*/ 0 w 67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7" y="208"/>
                      <a:pt x="67" y="149"/>
                    </a:cubicBezTo>
                    <a:cubicBezTo>
                      <a:pt x="67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" name="Freeform 59">
                <a:extLst>
                  <a:ext uri="{FF2B5EF4-FFF2-40B4-BE49-F238E27FC236}">
                    <a16:creationId xmlns:a16="http://schemas.microsoft.com/office/drawing/2014/main" id="{17B81BF5-2C3A-46BE-E721-022FD3C1F4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497013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8" name="Freeform 62">
                <a:extLst>
                  <a:ext uri="{FF2B5EF4-FFF2-40B4-BE49-F238E27FC236}">
                    <a16:creationId xmlns:a16="http://schemas.microsoft.com/office/drawing/2014/main" id="{2885C111-E5DD-8443-FE17-0569B46EC84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390651"/>
                <a:ext cx="1228725" cy="761999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9" name="Freeform 65">
                <a:extLst>
                  <a:ext uri="{FF2B5EF4-FFF2-40B4-BE49-F238E27FC236}">
                    <a16:creationId xmlns:a16="http://schemas.microsoft.com/office/drawing/2014/main" id="{029DD684-1B88-2889-DA3A-5870D67614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362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0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0" name="Freeform 79">
                <a:extLst>
                  <a:ext uri="{FF2B5EF4-FFF2-40B4-BE49-F238E27FC236}">
                    <a16:creationId xmlns:a16="http://schemas.microsoft.com/office/drawing/2014/main" id="{3C566D20-0174-75CC-D855-AB274699D8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124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1" name="Freeform 82">
                <a:extLst>
                  <a:ext uri="{FF2B5EF4-FFF2-40B4-BE49-F238E27FC236}">
                    <a16:creationId xmlns:a16="http://schemas.microsoft.com/office/drawing/2014/main" id="{36A8E32A-151B-A3D3-49DE-6008D6C45F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124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2" name="Freeform 85">
                <a:extLst>
                  <a:ext uri="{FF2B5EF4-FFF2-40B4-BE49-F238E27FC236}">
                    <a16:creationId xmlns:a16="http://schemas.microsoft.com/office/drawing/2014/main" id="{76E7A491-283C-6A17-EB8C-B02383E9A2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886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3" name="Freeform 88">
                <a:extLst>
                  <a:ext uri="{FF2B5EF4-FFF2-40B4-BE49-F238E27FC236}">
                    <a16:creationId xmlns:a16="http://schemas.microsoft.com/office/drawing/2014/main" id="{E91E0A05-94DE-D7F7-3A60-DEA330713B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86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94" name="Group 93">
                <a:extLst>
                  <a:ext uri="{FF2B5EF4-FFF2-40B4-BE49-F238E27FC236}">
                    <a16:creationId xmlns:a16="http://schemas.microsoft.com/office/drawing/2014/main" id="{FF3DE174-682A-6361-8639-CDA2D81AA0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87376" y="280988"/>
                <a:ext cx="2457450" cy="3838575"/>
                <a:chOff x="587376" y="280988"/>
                <a:chExt cx="2457450" cy="3838575"/>
              </a:xfrm>
            </p:grpSpPr>
            <p:sp>
              <p:nvSpPr>
                <p:cNvPr id="95" name="Line 63">
                  <a:extLst>
                    <a:ext uri="{FF2B5EF4-FFF2-40B4-BE49-F238E27FC236}">
                      <a16:creationId xmlns:a16="http://schemas.microsoft.com/office/drawing/2014/main" id="{2234DE9F-CB30-6186-5B72-493836DF141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6" name="Line 66">
                  <a:extLst>
                    <a:ext uri="{FF2B5EF4-FFF2-40B4-BE49-F238E27FC236}">
                      <a16:creationId xmlns:a16="http://schemas.microsoft.com/office/drawing/2014/main" id="{DAF283E5-22FA-93DD-FB58-AA9A0424C93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7" name="Line 67">
                  <a:extLst>
                    <a:ext uri="{FF2B5EF4-FFF2-40B4-BE49-F238E27FC236}">
                      <a16:creationId xmlns:a16="http://schemas.microsoft.com/office/drawing/2014/main" id="{CE496269-4163-B3BB-A9E1-56F00C65A09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80988"/>
                  <a:ext cx="0" cy="3838575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8" name="Line 80">
                  <a:extLst>
                    <a:ext uri="{FF2B5EF4-FFF2-40B4-BE49-F238E27FC236}">
                      <a16:creationId xmlns:a16="http://schemas.microsoft.com/office/drawing/2014/main" id="{90179A3F-210B-6566-A4A2-F50DAB4E89D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9" name="Line 83">
                  <a:extLst>
                    <a:ext uri="{FF2B5EF4-FFF2-40B4-BE49-F238E27FC236}">
                      <a16:creationId xmlns:a16="http://schemas.microsoft.com/office/drawing/2014/main" id="{772AEF66-4E36-6C46-BEE9-2E18CDC2AE9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0" name="Line 86">
                  <a:extLst>
                    <a:ext uri="{FF2B5EF4-FFF2-40B4-BE49-F238E27FC236}">
                      <a16:creationId xmlns:a16="http://schemas.microsoft.com/office/drawing/2014/main" id="{258703F6-E13A-5C69-B4D3-DE791D24F11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1" name="Line 89">
                  <a:extLst>
                    <a:ext uri="{FF2B5EF4-FFF2-40B4-BE49-F238E27FC236}">
                      <a16:creationId xmlns:a16="http://schemas.microsoft.com/office/drawing/2014/main" id="{EEC221A3-F3A0-F165-B37C-BF65A34237A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E1BE042E-E49B-4A5F-357E-8DB2C56DD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3500000">
              <a:off x="480743" y="3311698"/>
              <a:ext cx="1785984" cy="2211229"/>
              <a:chOff x="3125006" y="3171595"/>
              <a:chExt cx="1785984" cy="2211229"/>
            </a:xfrm>
          </p:grpSpPr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C166BC29-F4E6-A651-BD21-70A8B85B4D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76" name="Straight Connector 75">
                  <a:extLst>
                    <a:ext uri="{FF2B5EF4-FFF2-40B4-BE49-F238E27FC236}">
                      <a16:creationId xmlns:a16="http://schemas.microsoft.com/office/drawing/2014/main" id="{6002A7A7-B4BB-9C4C-3948-E72F7F44D1F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Straight Connector 76">
                  <a:extLst>
                    <a:ext uri="{FF2B5EF4-FFF2-40B4-BE49-F238E27FC236}">
                      <a16:creationId xmlns:a16="http://schemas.microsoft.com/office/drawing/2014/main" id="{CF73A36C-4216-A151-D845-77BCCDC9E71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8" name="Rectangle 30">
                  <a:extLst>
                    <a:ext uri="{FF2B5EF4-FFF2-40B4-BE49-F238E27FC236}">
                      <a16:creationId xmlns:a16="http://schemas.microsoft.com/office/drawing/2014/main" id="{5BBF4110-E046-056F-4D58-88966101088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30">
                  <a:extLst>
                    <a:ext uri="{FF2B5EF4-FFF2-40B4-BE49-F238E27FC236}">
                      <a16:creationId xmlns:a16="http://schemas.microsoft.com/office/drawing/2014/main" id="{809EE42A-5648-154F-432A-D9F3570862D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72">
                <a:extLst>
                  <a:ext uri="{FF2B5EF4-FFF2-40B4-BE49-F238E27FC236}">
                    <a16:creationId xmlns:a16="http://schemas.microsoft.com/office/drawing/2014/main" id="{A783DC31-F0EF-CF42-ED90-75B1ABD16C4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74" name="Freeform: Shape 73">
                  <a:extLst>
                    <a:ext uri="{FF2B5EF4-FFF2-40B4-BE49-F238E27FC236}">
                      <a16:creationId xmlns:a16="http://schemas.microsoft.com/office/drawing/2014/main" id="{798C938D-4846-6187-1846-8DF73B4DD1D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5" name="Freeform: Shape 74">
                  <a:extLst>
                    <a:ext uri="{FF2B5EF4-FFF2-40B4-BE49-F238E27FC236}">
                      <a16:creationId xmlns:a16="http://schemas.microsoft.com/office/drawing/2014/main" id="{E52F3A13-6583-B19D-8326-EDCA4E9994D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0AC02D64-2157-DCA3-9D5E-57703AAB78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555957" y="5230097"/>
              <a:ext cx="641183" cy="1069728"/>
              <a:chOff x="6484112" y="2967038"/>
              <a:chExt cx="641183" cy="1069728"/>
            </a:xfrm>
          </p:grpSpPr>
          <p:grpSp>
            <p:nvGrpSpPr>
              <p:cNvPr id="64" name="Group 63">
                <a:extLst>
                  <a:ext uri="{FF2B5EF4-FFF2-40B4-BE49-F238E27FC236}">
                    <a16:creationId xmlns:a16="http://schemas.microsoft.com/office/drawing/2014/main" id="{7EDD009B-AFCE-7C90-EDC0-4823F23EA1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6808136" y="2967038"/>
                <a:ext cx="317159" cy="932400"/>
                <a:chOff x="6808136" y="2967038"/>
                <a:chExt cx="317159" cy="932400"/>
              </a:xfrm>
            </p:grpSpPr>
            <p:sp>
              <p:nvSpPr>
                <p:cNvPr id="69" name="Freeform 68">
                  <a:extLst>
                    <a:ext uri="{FF2B5EF4-FFF2-40B4-BE49-F238E27FC236}">
                      <a16:creationId xmlns:a16="http://schemas.microsoft.com/office/drawing/2014/main" id="{8DCD1D20-6F7B-2005-233C-448F7276964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0" name="Freeform 69">
                  <a:extLst>
                    <a:ext uri="{FF2B5EF4-FFF2-40B4-BE49-F238E27FC236}">
                      <a16:creationId xmlns:a16="http://schemas.microsoft.com/office/drawing/2014/main" id="{C701A3C9-3B53-4238-2638-1B8BA0EC5F5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1" name="Line 70">
                  <a:extLst>
                    <a:ext uri="{FF2B5EF4-FFF2-40B4-BE49-F238E27FC236}">
                      <a16:creationId xmlns:a16="http://schemas.microsoft.com/office/drawing/2014/main" id="{36AC7693-785F-3C83-9A64-E6039FA0E04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65" name="Group 64">
                <a:extLst>
                  <a:ext uri="{FF2B5EF4-FFF2-40B4-BE49-F238E27FC236}">
                    <a16:creationId xmlns:a16="http://schemas.microsoft.com/office/drawing/2014/main" id="{CF359D63-C81D-206A-44F3-F1273C0708F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484112" y="3104366"/>
                <a:ext cx="317159" cy="932400"/>
                <a:chOff x="6808136" y="2967038"/>
                <a:chExt cx="317159" cy="932400"/>
              </a:xfrm>
            </p:grpSpPr>
            <p:sp>
              <p:nvSpPr>
                <p:cNvPr id="66" name="Freeform 68">
                  <a:extLst>
                    <a:ext uri="{FF2B5EF4-FFF2-40B4-BE49-F238E27FC236}">
                      <a16:creationId xmlns:a16="http://schemas.microsoft.com/office/drawing/2014/main" id="{220AC73E-818C-B36C-CBD0-B0B58029810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7" name="Freeform 69">
                  <a:extLst>
                    <a:ext uri="{FF2B5EF4-FFF2-40B4-BE49-F238E27FC236}">
                      <a16:creationId xmlns:a16="http://schemas.microsoft.com/office/drawing/2014/main" id="{E5255418-4DCC-DA3A-8A94-1E4253DD4C9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8" name="Line 70">
                  <a:extLst>
                    <a:ext uri="{FF2B5EF4-FFF2-40B4-BE49-F238E27FC236}">
                      <a16:creationId xmlns:a16="http://schemas.microsoft.com/office/drawing/2014/main" id="{81D8F951-4C97-BFA4-4434-DCEC72D59EA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3784D93E-84DF-A671-0102-F4445B9DB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26000" y="437759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92133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0">
            <a:extLst>
              <a:ext uri="{FF2B5EF4-FFF2-40B4-BE49-F238E27FC236}">
                <a16:creationId xmlns:a16="http://schemas.microsoft.com/office/drawing/2014/main" id="{6F8AB8B9-9DB5-3592-13B2-C6EAC9964C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164" y="400049"/>
            <a:ext cx="11104724" cy="118504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96B6B9D5-CD1B-A940-279D-F71F01ADB003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568164" y="1997132"/>
            <a:ext cx="5398686" cy="4232218"/>
          </a:xfrm>
        </p:spPr>
        <p:txBody>
          <a:bodyPr lIns="0">
            <a:normAutofit/>
          </a:bodyPr>
          <a:lstStyle>
            <a:lvl1pPr marL="0" indent="0">
              <a:lnSpc>
                <a:spcPct val="130000"/>
              </a:lnSpc>
              <a:spcBef>
                <a:spcPts val="1000"/>
              </a:spcBef>
              <a:buNone/>
              <a:defRPr sz="1800"/>
            </a:lvl1pPr>
            <a:lvl2pPr marL="283464" indent="-283464">
              <a:lnSpc>
                <a:spcPct val="130000"/>
              </a:lnSpc>
              <a:spcBef>
                <a:spcPts val="1000"/>
              </a:spcBef>
              <a:defRPr sz="1800"/>
            </a:lvl2pPr>
            <a:lvl3pPr marL="566928" indent="-283464">
              <a:lnSpc>
                <a:spcPct val="130000"/>
              </a:lnSpc>
              <a:spcBef>
                <a:spcPts val="1000"/>
              </a:spcBef>
              <a:defRPr sz="1800"/>
            </a:lvl3pPr>
            <a:lvl4pPr marL="850392" indent="-283464">
              <a:lnSpc>
                <a:spcPct val="130000"/>
              </a:lnSpc>
              <a:spcBef>
                <a:spcPts val="1000"/>
              </a:spcBef>
              <a:defRPr sz="1800"/>
            </a:lvl4pPr>
            <a:lvl5pPr marL="1371600" indent="-283464">
              <a:lnSpc>
                <a:spcPct val="130000"/>
              </a:lnSpc>
              <a:spcBef>
                <a:spcPts val="1000"/>
              </a:spcBef>
              <a:defRPr sz="1800"/>
            </a:lvl5pPr>
          </a:lstStyle>
          <a:p>
            <a:r>
              <a:rPr lang="en-US">
                <a:cs typeface="Calibri"/>
              </a:rPr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3269BDF9-7C8E-6E41-2B0A-E6156A56F0EF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274202" y="1997132"/>
            <a:ext cx="5398686" cy="4232218"/>
          </a:xfrm>
        </p:spPr>
        <p:txBody>
          <a:bodyPr lIns="0">
            <a:normAutofit/>
          </a:bodyPr>
          <a:lstStyle>
            <a:lvl1pPr marL="0" indent="0">
              <a:lnSpc>
                <a:spcPct val="130000"/>
              </a:lnSpc>
              <a:spcBef>
                <a:spcPts val="1000"/>
              </a:spcBef>
              <a:buNone/>
              <a:defRPr sz="1800"/>
            </a:lvl1pPr>
            <a:lvl2pPr marL="283464" indent="-283464">
              <a:lnSpc>
                <a:spcPct val="130000"/>
              </a:lnSpc>
              <a:spcBef>
                <a:spcPts val="1000"/>
              </a:spcBef>
              <a:defRPr sz="1800"/>
            </a:lvl2pPr>
            <a:lvl3pPr marL="566928" indent="-283464">
              <a:lnSpc>
                <a:spcPct val="130000"/>
              </a:lnSpc>
              <a:spcBef>
                <a:spcPts val="1000"/>
              </a:spcBef>
              <a:defRPr sz="1800"/>
            </a:lvl3pPr>
            <a:lvl4pPr marL="850392" indent="-283464">
              <a:lnSpc>
                <a:spcPct val="130000"/>
              </a:lnSpc>
              <a:spcBef>
                <a:spcPts val="1000"/>
              </a:spcBef>
              <a:defRPr sz="1800"/>
            </a:lvl4pPr>
            <a:lvl5pPr marL="1371600" indent="-283464">
              <a:lnSpc>
                <a:spcPct val="130000"/>
              </a:lnSpc>
              <a:spcBef>
                <a:spcPts val="1000"/>
              </a:spcBef>
              <a:defRPr sz="1800"/>
            </a:lvl5pPr>
          </a:lstStyle>
          <a:p>
            <a:r>
              <a:rPr lang="en-US">
                <a:cs typeface="Calibri"/>
              </a:rPr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B8ED33-4EE7-7B50-3C8D-2D43FCEE2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8164" y="179949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9C8F833A-02FB-E36B-45C9-0645070F68FD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568164" y="6357168"/>
            <a:ext cx="1641986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20XX</a:t>
            </a:r>
          </a:p>
        </p:txBody>
      </p:sp>
      <p:sp>
        <p:nvSpPr>
          <p:cNvPr id="3" name="Footer Placeholder 6">
            <a:extLst>
              <a:ext uri="{FF2B5EF4-FFF2-40B4-BE49-F238E27FC236}">
                <a16:creationId xmlns:a16="http://schemas.microsoft.com/office/drawing/2014/main" id="{7BDAEEC9-E6ED-C61A-85C7-C1E0B67B16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71492A7-053E-DE52-D433-9715A1632B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64103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106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4AEE3-6C7B-402E-B26D-1D079D78D3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90507" y="395289"/>
            <a:ext cx="7733329" cy="1189806"/>
          </a:xfrm>
        </p:spPr>
        <p:txBody>
          <a:bodyPr lIns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01641-6BDA-433D-9393-1DDACE06701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890507" y="1997132"/>
            <a:ext cx="2765356" cy="4465579"/>
          </a:xfrm>
        </p:spPr>
        <p:txBody>
          <a:bodyPr lIns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</a:lstStyle>
          <a:p>
            <a:r>
              <a:rPr lang="en-US">
                <a:cs typeface="Calibri"/>
              </a:rPr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C8C1FBAB-005F-F0AD-1BEA-D659045F89F3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815634" y="1997132"/>
            <a:ext cx="4808202" cy="4232218"/>
          </a:xfrm>
        </p:spPr>
        <p:txBody>
          <a:bodyPr lIns="91440">
            <a:normAutofit/>
          </a:bodyPr>
          <a:lstStyle>
            <a:lvl1pPr marL="0" indent="0">
              <a:lnSpc>
                <a:spcPct val="130000"/>
              </a:lnSpc>
              <a:spcBef>
                <a:spcPts val="1000"/>
              </a:spcBef>
              <a:buNone/>
              <a:defRPr sz="1800"/>
            </a:lvl1pPr>
            <a:lvl2pPr marL="283464" indent="-283464">
              <a:lnSpc>
                <a:spcPct val="130000"/>
              </a:lnSpc>
              <a:spcBef>
                <a:spcPts val="1000"/>
              </a:spcBef>
              <a:defRPr sz="1800"/>
            </a:lvl2pPr>
            <a:lvl3pPr marL="566928" indent="-283464">
              <a:lnSpc>
                <a:spcPct val="130000"/>
              </a:lnSpc>
              <a:spcBef>
                <a:spcPts val="1000"/>
              </a:spcBef>
              <a:defRPr sz="1800"/>
            </a:lvl3pPr>
            <a:lvl4pPr marL="850392" indent="-283464">
              <a:lnSpc>
                <a:spcPct val="130000"/>
              </a:lnSpc>
              <a:spcBef>
                <a:spcPts val="1000"/>
              </a:spcBef>
              <a:defRPr sz="1800"/>
            </a:lvl4pPr>
            <a:lvl5pPr marL="1371600" indent="-283464">
              <a:lnSpc>
                <a:spcPct val="130000"/>
              </a:lnSpc>
              <a:spcBef>
                <a:spcPts val="1000"/>
              </a:spcBef>
              <a:defRPr sz="1800"/>
            </a:lvl5pPr>
          </a:lstStyle>
          <a:p>
            <a:r>
              <a:rPr lang="en-US">
                <a:cs typeface="Calibri"/>
              </a:rPr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0CF0BDF-4C70-3A21-D896-DAC13562A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890509" y="179949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5" name="Group 74">
            <a:extLst>
              <a:ext uri="{FF2B5EF4-FFF2-40B4-BE49-F238E27FC236}">
                <a16:creationId xmlns:a16="http://schemas.microsoft.com/office/drawing/2014/main" id="{A735428F-DCEA-E8DB-1A53-7A9E8B6BD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2700000">
            <a:off x="883418" y="-158956"/>
            <a:ext cx="2457450" cy="3838575"/>
            <a:chOff x="587376" y="280988"/>
            <a:chExt cx="2457450" cy="3838575"/>
          </a:xfrm>
        </p:grpSpPr>
        <p:sp>
          <p:nvSpPr>
            <p:cNvPr id="76" name="Freeform 64">
              <a:extLst>
                <a:ext uri="{FF2B5EF4-FFF2-40B4-BE49-F238E27FC236}">
                  <a16:creationId xmlns:a16="http://schemas.microsoft.com/office/drawing/2014/main" id="{B08950FF-1512-B7DF-BED3-12DAB240CE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1443038"/>
              <a:ext cx="1228725" cy="790575"/>
            </a:xfrm>
            <a:custGeom>
              <a:avLst/>
              <a:gdLst>
                <a:gd name="T0" fmla="*/ 162 w 258"/>
                <a:gd name="T1" fmla="*/ 132 h 166"/>
                <a:gd name="T2" fmla="*/ 258 w 258"/>
                <a:gd name="T3" fmla="*/ 0 h 166"/>
                <a:gd name="T4" fmla="*/ 0 w 258"/>
                <a:gd name="T5" fmla="*/ 149 h 166"/>
                <a:gd name="T6" fmla="*/ 162 w 258"/>
                <a:gd name="T7" fmla="*/ 13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162" y="132"/>
                  </a:moveTo>
                  <a:cubicBezTo>
                    <a:pt x="214" y="102"/>
                    <a:pt x="247" y="54"/>
                    <a:pt x="258" y="0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52" y="166"/>
                    <a:pt x="111" y="162"/>
                    <a:pt x="162" y="13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Freeform 81">
              <a:extLst>
                <a:ext uri="{FF2B5EF4-FFF2-40B4-BE49-F238E27FC236}">
                  <a16:creationId xmlns:a16="http://schemas.microsoft.com/office/drawing/2014/main" id="{FED46019-50FE-56DC-07AE-3140B62D99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2205038"/>
              <a:ext cx="1228725" cy="790575"/>
            </a:xfrm>
            <a:custGeom>
              <a:avLst/>
              <a:gdLst>
                <a:gd name="T0" fmla="*/ 162 w 258"/>
                <a:gd name="T1" fmla="*/ 132 h 166"/>
                <a:gd name="T2" fmla="*/ 258 w 258"/>
                <a:gd name="T3" fmla="*/ 0 h 166"/>
                <a:gd name="T4" fmla="*/ 0 w 258"/>
                <a:gd name="T5" fmla="*/ 149 h 166"/>
                <a:gd name="T6" fmla="*/ 162 w 258"/>
                <a:gd name="T7" fmla="*/ 13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162" y="132"/>
                  </a:moveTo>
                  <a:cubicBezTo>
                    <a:pt x="214" y="102"/>
                    <a:pt x="247" y="54"/>
                    <a:pt x="258" y="0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52" y="166"/>
                    <a:pt x="111" y="162"/>
                    <a:pt x="162" y="13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Freeform 61">
              <a:extLst>
                <a:ext uri="{FF2B5EF4-FFF2-40B4-BE49-F238E27FC236}">
                  <a16:creationId xmlns:a16="http://schemas.microsoft.com/office/drawing/2014/main" id="{F8344F6F-7BFF-A0C1-6A5C-7C26859CEF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7376" y="1443038"/>
              <a:ext cx="1228725" cy="790575"/>
            </a:xfrm>
            <a:custGeom>
              <a:avLst/>
              <a:gdLst>
                <a:gd name="T0" fmla="*/ 95 w 258"/>
                <a:gd name="T1" fmla="*/ 132 h 166"/>
                <a:gd name="T2" fmla="*/ 258 w 258"/>
                <a:gd name="T3" fmla="*/ 149 h 166"/>
                <a:gd name="T4" fmla="*/ 0 w 258"/>
                <a:gd name="T5" fmla="*/ 0 h 166"/>
                <a:gd name="T6" fmla="*/ 95 w 258"/>
                <a:gd name="T7" fmla="*/ 13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95" y="132"/>
                  </a:moveTo>
                  <a:cubicBezTo>
                    <a:pt x="147" y="162"/>
                    <a:pt x="206" y="166"/>
                    <a:pt x="258" y="14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" y="54"/>
                    <a:pt x="44" y="102"/>
                    <a:pt x="95" y="13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B351AD35-F328-430C-AC8C-9C2FCC751B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7376" y="2205038"/>
              <a:ext cx="1228725" cy="790575"/>
            </a:xfrm>
            <a:custGeom>
              <a:avLst/>
              <a:gdLst>
                <a:gd name="T0" fmla="*/ 95 w 258"/>
                <a:gd name="T1" fmla="*/ 132 h 166"/>
                <a:gd name="T2" fmla="*/ 258 w 258"/>
                <a:gd name="T3" fmla="*/ 149 h 166"/>
                <a:gd name="T4" fmla="*/ 0 w 258"/>
                <a:gd name="T5" fmla="*/ 0 h 166"/>
                <a:gd name="T6" fmla="*/ 95 w 258"/>
                <a:gd name="T7" fmla="*/ 13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95" y="132"/>
                  </a:moveTo>
                  <a:cubicBezTo>
                    <a:pt x="147" y="162"/>
                    <a:pt x="206" y="166"/>
                    <a:pt x="258" y="14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" y="54"/>
                    <a:pt x="44" y="102"/>
                    <a:pt x="95" y="13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Freeform 84">
              <a:extLst>
                <a:ext uri="{FF2B5EF4-FFF2-40B4-BE49-F238E27FC236}">
                  <a16:creationId xmlns:a16="http://schemas.microsoft.com/office/drawing/2014/main" id="{26C9E2DF-5528-DC17-0E3E-5CAB023139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7376" y="2967038"/>
              <a:ext cx="1228725" cy="790575"/>
            </a:xfrm>
            <a:custGeom>
              <a:avLst/>
              <a:gdLst>
                <a:gd name="T0" fmla="*/ 95 w 258"/>
                <a:gd name="T1" fmla="*/ 132 h 166"/>
                <a:gd name="T2" fmla="*/ 258 w 258"/>
                <a:gd name="T3" fmla="*/ 149 h 166"/>
                <a:gd name="T4" fmla="*/ 0 w 258"/>
                <a:gd name="T5" fmla="*/ 0 h 166"/>
                <a:gd name="T6" fmla="*/ 95 w 258"/>
                <a:gd name="T7" fmla="*/ 13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95" y="132"/>
                  </a:moveTo>
                  <a:cubicBezTo>
                    <a:pt x="147" y="162"/>
                    <a:pt x="206" y="166"/>
                    <a:pt x="258" y="14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" y="54"/>
                    <a:pt x="44" y="102"/>
                    <a:pt x="95" y="13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Freeform 87">
              <a:extLst>
                <a:ext uri="{FF2B5EF4-FFF2-40B4-BE49-F238E27FC236}">
                  <a16:creationId xmlns:a16="http://schemas.microsoft.com/office/drawing/2014/main" id="{C6D0E3D9-FDBB-F24B-58B3-5D64BA3AD9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2967038"/>
              <a:ext cx="1228725" cy="790575"/>
            </a:xfrm>
            <a:custGeom>
              <a:avLst/>
              <a:gdLst>
                <a:gd name="T0" fmla="*/ 162 w 258"/>
                <a:gd name="T1" fmla="*/ 132 h 166"/>
                <a:gd name="T2" fmla="*/ 258 w 258"/>
                <a:gd name="T3" fmla="*/ 0 h 166"/>
                <a:gd name="T4" fmla="*/ 0 w 258"/>
                <a:gd name="T5" fmla="*/ 149 h 166"/>
                <a:gd name="T6" fmla="*/ 162 w 258"/>
                <a:gd name="T7" fmla="*/ 13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162" y="132"/>
                  </a:moveTo>
                  <a:cubicBezTo>
                    <a:pt x="214" y="102"/>
                    <a:pt x="247" y="54"/>
                    <a:pt x="258" y="0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52" y="166"/>
                    <a:pt x="111" y="162"/>
                    <a:pt x="162" y="13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Freeform 60">
              <a:extLst>
                <a:ext uri="{FF2B5EF4-FFF2-40B4-BE49-F238E27FC236}">
                  <a16:creationId xmlns:a16="http://schemas.microsoft.com/office/drawing/2014/main" id="{7CEB91EF-B50A-86E9-6E90-5306CC452C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280988"/>
              <a:ext cx="319088" cy="1419225"/>
            </a:xfrm>
            <a:custGeom>
              <a:avLst/>
              <a:gdLst>
                <a:gd name="T0" fmla="*/ 0 w 67"/>
                <a:gd name="T1" fmla="*/ 0 h 298"/>
                <a:gd name="T2" fmla="*/ 0 w 67"/>
                <a:gd name="T3" fmla="*/ 298 h 298"/>
                <a:gd name="T4" fmla="*/ 67 w 67"/>
                <a:gd name="T5" fmla="*/ 149 h 298"/>
                <a:gd name="T6" fmla="*/ 0 w 67"/>
                <a:gd name="T7" fmla="*/ 0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298">
                  <a:moveTo>
                    <a:pt x="0" y="0"/>
                  </a:moveTo>
                  <a:cubicBezTo>
                    <a:pt x="0" y="298"/>
                    <a:pt x="0" y="298"/>
                    <a:pt x="0" y="298"/>
                  </a:cubicBezTo>
                  <a:cubicBezTo>
                    <a:pt x="41" y="261"/>
                    <a:pt x="67" y="208"/>
                    <a:pt x="67" y="149"/>
                  </a:cubicBezTo>
                  <a:cubicBezTo>
                    <a:pt x="67" y="89"/>
                    <a:pt x="41" y="36"/>
                    <a:pt x="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27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Freeform 59">
              <a:extLst>
                <a:ext uri="{FF2B5EF4-FFF2-40B4-BE49-F238E27FC236}">
                  <a16:creationId xmlns:a16="http://schemas.microsoft.com/office/drawing/2014/main" id="{9F658E30-2295-292A-732D-35D6A2A3A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97013" y="280988"/>
              <a:ext cx="319088" cy="1419225"/>
            </a:xfrm>
            <a:custGeom>
              <a:avLst/>
              <a:gdLst>
                <a:gd name="T0" fmla="*/ 0 w 67"/>
                <a:gd name="T1" fmla="*/ 149 h 298"/>
                <a:gd name="T2" fmla="*/ 67 w 67"/>
                <a:gd name="T3" fmla="*/ 298 h 298"/>
                <a:gd name="T4" fmla="*/ 67 w 67"/>
                <a:gd name="T5" fmla="*/ 0 h 298"/>
                <a:gd name="T6" fmla="*/ 0 w 67"/>
                <a:gd name="T7" fmla="*/ 149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298">
                  <a:moveTo>
                    <a:pt x="0" y="149"/>
                  </a:moveTo>
                  <a:cubicBezTo>
                    <a:pt x="0" y="208"/>
                    <a:pt x="26" y="261"/>
                    <a:pt x="67" y="298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26" y="36"/>
                    <a:pt x="0" y="89"/>
                    <a:pt x="0" y="149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89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Freeform 62">
              <a:extLst>
                <a:ext uri="{FF2B5EF4-FFF2-40B4-BE49-F238E27FC236}">
                  <a16:creationId xmlns:a16="http://schemas.microsoft.com/office/drawing/2014/main" id="{46653527-5E94-B1BE-2530-38683A6E5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7376" y="1390651"/>
              <a:ext cx="1228725" cy="761999"/>
            </a:xfrm>
            <a:custGeom>
              <a:avLst/>
              <a:gdLst>
                <a:gd name="T0" fmla="*/ 0 w 258"/>
                <a:gd name="T1" fmla="*/ 17 h 166"/>
                <a:gd name="T2" fmla="*/ 258 w 258"/>
                <a:gd name="T3" fmla="*/ 166 h 166"/>
                <a:gd name="T4" fmla="*/ 162 w 258"/>
                <a:gd name="T5" fmla="*/ 34 h 166"/>
                <a:gd name="T6" fmla="*/ 0 w 258"/>
                <a:gd name="T7" fmla="*/ 17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0" y="17"/>
                  </a:moveTo>
                  <a:cubicBezTo>
                    <a:pt x="258" y="166"/>
                    <a:pt x="258" y="166"/>
                    <a:pt x="258" y="166"/>
                  </a:cubicBezTo>
                  <a:cubicBezTo>
                    <a:pt x="247" y="112"/>
                    <a:pt x="213" y="63"/>
                    <a:pt x="162" y="34"/>
                  </a:cubicBezTo>
                  <a:cubicBezTo>
                    <a:pt x="111" y="4"/>
                    <a:pt x="52" y="0"/>
                    <a:pt x="0" y="17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0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Freeform 65">
              <a:extLst>
                <a:ext uri="{FF2B5EF4-FFF2-40B4-BE49-F238E27FC236}">
                  <a16:creationId xmlns:a16="http://schemas.microsoft.com/office/drawing/2014/main" id="{746ECD9D-C4C1-ABBF-B385-62CE70917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1362075"/>
              <a:ext cx="1228725" cy="790575"/>
            </a:xfrm>
            <a:custGeom>
              <a:avLst/>
              <a:gdLst>
                <a:gd name="T0" fmla="*/ 0 w 258"/>
                <a:gd name="T1" fmla="*/ 166 h 166"/>
                <a:gd name="T2" fmla="*/ 258 w 258"/>
                <a:gd name="T3" fmla="*/ 17 h 166"/>
                <a:gd name="T4" fmla="*/ 96 w 258"/>
                <a:gd name="T5" fmla="*/ 34 h 166"/>
                <a:gd name="T6" fmla="*/ 0 w 258"/>
                <a:gd name="T7" fmla="*/ 166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0" y="166"/>
                  </a:moveTo>
                  <a:cubicBezTo>
                    <a:pt x="258" y="17"/>
                    <a:pt x="258" y="17"/>
                    <a:pt x="258" y="17"/>
                  </a:cubicBezTo>
                  <a:cubicBezTo>
                    <a:pt x="206" y="0"/>
                    <a:pt x="147" y="4"/>
                    <a:pt x="96" y="34"/>
                  </a:cubicBezTo>
                  <a:cubicBezTo>
                    <a:pt x="44" y="63"/>
                    <a:pt x="11" y="112"/>
                    <a:pt x="0" y="166"/>
                  </a:cubicBezTo>
                  <a:close/>
                </a:path>
              </a:pathLst>
            </a:custGeom>
            <a:gradFill flip="none" rotWithShape="0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0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" name="Freeform 79">
              <a:extLst>
                <a:ext uri="{FF2B5EF4-FFF2-40B4-BE49-F238E27FC236}">
                  <a16:creationId xmlns:a16="http://schemas.microsoft.com/office/drawing/2014/main" id="{F12FD0B4-D775-8778-B4AB-2812881251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7376" y="2124075"/>
              <a:ext cx="1228725" cy="790575"/>
            </a:xfrm>
            <a:custGeom>
              <a:avLst/>
              <a:gdLst>
                <a:gd name="T0" fmla="*/ 0 w 258"/>
                <a:gd name="T1" fmla="*/ 17 h 166"/>
                <a:gd name="T2" fmla="*/ 258 w 258"/>
                <a:gd name="T3" fmla="*/ 166 h 166"/>
                <a:gd name="T4" fmla="*/ 162 w 258"/>
                <a:gd name="T5" fmla="*/ 34 h 166"/>
                <a:gd name="T6" fmla="*/ 0 w 258"/>
                <a:gd name="T7" fmla="*/ 17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0" y="17"/>
                  </a:moveTo>
                  <a:cubicBezTo>
                    <a:pt x="258" y="166"/>
                    <a:pt x="258" y="166"/>
                    <a:pt x="258" y="166"/>
                  </a:cubicBezTo>
                  <a:cubicBezTo>
                    <a:pt x="247" y="112"/>
                    <a:pt x="213" y="63"/>
                    <a:pt x="162" y="34"/>
                  </a:cubicBezTo>
                  <a:cubicBezTo>
                    <a:pt x="111" y="4"/>
                    <a:pt x="52" y="0"/>
                    <a:pt x="0" y="17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0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" name="Freeform 82">
              <a:extLst>
                <a:ext uri="{FF2B5EF4-FFF2-40B4-BE49-F238E27FC236}">
                  <a16:creationId xmlns:a16="http://schemas.microsoft.com/office/drawing/2014/main" id="{9060E759-708B-81DA-7D61-A5E4FD15A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2124075"/>
              <a:ext cx="1228725" cy="790575"/>
            </a:xfrm>
            <a:custGeom>
              <a:avLst/>
              <a:gdLst>
                <a:gd name="T0" fmla="*/ 0 w 258"/>
                <a:gd name="T1" fmla="*/ 166 h 166"/>
                <a:gd name="T2" fmla="*/ 258 w 258"/>
                <a:gd name="T3" fmla="*/ 17 h 166"/>
                <a:gd name="T4" fmla="*/ 96 w 258"/>
                <a:gd name="T5" fmla="*/ 34 h 166"/>
                <a:gd name="T6" fmla="*/ 0 w 258"/>
                <a:gd name="T7" fmla="*/ 166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0" y="166"/>
                  </a:moveTo>
                  <a:cubicBezTo>
                    <a:pt x="258" y="17"/>
                    <a:pt x="258" y="17"/>
                    <a:pt x="258" y="17"/>
                  </a:cubicBezTo>
                  <a:cubicBezTo>
                    <a:pt x="206" y="0"/>
                    <a:pt x="147" y="4"/>
                    <a:pt x="96" y="34"/>
                  </a:cubicBezTo>
                  <a:cubicBezTo>
                    <a:pt x="44" y="63"/>
                    <a:pt x="11" y="112"/>
                    <a:pt x="0" y="166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0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" name="Freeform 85">
              <a:extLst>
                <a:ext uri="{FF2B5EF4-FFF2-40B4-BE49-F238E27FC236}">
                  <a16:creationId xmlns:a16="http://schemas.microsoft.com/office/drawing/2014/main" id="{C1BC18FF-D435-8372-8D36-F0A2E2FF1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7376" y="2886075"/>
              <a:ext cx="1228725" cy="790575"/>
            </a:xfrm>
            <a:custGeom>
              <a:avLst/>
              <a:gdLst>
                <a:gd name="T0" fmla="*/ 0 w 258"/>
                <a:gd name="T1" fmla="*/ 17 h 166"/>
                <a:gd name="T2" fmla="*/ 258 w 258"/>
                <a:gd name="T3" fmla="*/ 166 h 166"/>
                <a:gd name="T4" fmla="*/ 162 w 258"/>
                <a:gd name="T5" fmla="*/ 34 h 166"/>
                <a:gd name="T6" fmla="*/ 0 w 258"/>
                <a:gd name="T7" fmla="*/ 17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0" y="17"/>
                  </a:moveTo>
                  <a:cubicBezTo>
                    <a:pt x="258" y="166"/>
                    <a:pt x="258" y="166"/>
                    <a:pt x="258" y="166"/>
                  </a:cubicBezTo>
                  <a:cubicBezTo>
                    <a:pt x="247" y="112"/>
                    <a:pt x="213" y="63"/>
                    <a:pt x="162" y="34"/>
                  </a:cubicBezTo>
                  <a:cubicBezTo>
                    <a:pt x="111" y="4"/>
                    <a:pt x="52" y="0"/>
                    <a:pt x="0" y="17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0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D7BE903D-C298-1952-7991-8E31C2AF26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2886075"/>
              <a:ext cx="1228725" cy="790575"/>
            </a:xfrm>
            <a:custGeom>
              <a:avLst/>
              <a:gdLst>
                <a:gd name="T0" fmla="*/ 0 w 258"/>
                <a:gd name="T1" fmla="*/ 166 h 166"/>
                <a:gd name="T2" fmla="*/ 258 w 258"/>
                <a:gd name="T3" fmla="*/ 17 h 166"/>
                <a:gd name="T4" fmla="*/ 96 w 258"/>
                <a:gd name="T5" fmla="*/ 34 h 166"/>
                <a:gd name="T6" fmla="*/ 0 w 258"/>
                <a:gd name="T7" fmla="*/ 166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0" y="166"/>
                  </a:moveTo>
                  <a:cubicBezTo>
                    <a:pt x="258" y="17"/>
                    <a:pt x="258" y="17"/>
                    <a:pt x="258" y="17"/>
                  </a:cubicBezTo>
                  <a:cubicBezTo>
                    <a:pt x="206" y="0"/>
                    <a:pt x="147" y="4"/>
                    <a:pt x="96" y="34"/>
                  </a:cubicBezTo>
                  <a:cubicBezTo>
                    <a:pt x="44" y="63"/>
                    <a:pt x="11" y="112"/>
                    <a:pt x="0" y="166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0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B607DCA6-6024-D362-9330-8AFFBBB8A7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87376" y="280988"/>
              <a:ext cx="2457450" cy="3838575"/>
              <a:chOff x="587376" y="280988"/>
              <a:chExt cx="2457450" cy="3838575"/>
            </a:xfrm>
          </p:grpSpPr>
          <p:sp>
            <p:nvSpPr>
              <p:cNvPr id="91" name="Line 63">
                <a:extLst>
                  <a:ext uri="{FF2B5EF4-FFF2-40B4-BE49-F238E27FC236}">
                    <a16:creationId xmlns:a16="http://schemas.microsoft.com/office/drawing/2014/main" id="{3B80B578-9153-AA37-CCF4-1C530CE74F3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443038"/>
                <a:ext cx="1228725" cy="709613"/>
              </a:xfrm>
              <a:prstGeom prst="line">
                <a:avLst/>
              </a:prstGeom>
              <a:noFill/>
              <a:ln w="12700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2" name="Line 66">
                <a:extLst>
                  <a:ext uri="{FF2B5EF4-FFF2-40B4-BE49-F238E27FC236}">
                    <a16:creationId xmlns:a16="http://schemas.microsoft.com/office/drawing/2014/main" id="{70FF2BF6-5E2B-13B9-B292-51297D0F07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1816101" y="1443038"/>
                <a:ext cx="1228725" cy="709613"/>
              </a:xfrm>
              <a:prstGeom prst="line">
                <a:avLst/>
              </a:prstGeom>
              <a:noFill/>
              <a:ln w="12700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3" name="Line 67">
                <a:extLst>
                  <a:ext uri="{FF2B5EF4-FFF2-40B4-BE49-F238E27FC236}">
                    <a16:creationId xmlns:a16="http://schemas.microsoft.com/office/drawing/2014/main" id="{10EEC0DE-2FA0-2991-F09B-FDB7F90BCF9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1816101" y="280988"/>
                <a:ext cx="0" cy="3838575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4" name="Line 80">
                <a:extLst>
                  <a:ext uri="{FF2B5EF4-FFF2-40B4-BE49-F238E27FC236}">
                    <a16:creationId xmlns:a16="http://schemas.microsoft.com/office/drawing/2014/main" id="{FD5727E7-2D7B-1745-2AFE-EE92B123D0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205038"/>
                <a:ext cx="1228725" cy="709613"/>
              </a:xfrm>
              <a:prstGeom prst="line">
                <a:avLst/>
              </a:prstGeom>
              <a:noFill/>
              <a:ln w="12700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" name="Line 83">
                <a:extLst>
                  <a:ext uri="{FF2B5EF4-FFF2-40B4-BE49-F238E27FC236}">
                    <a16:creationId xmlns:a16="http://schemas.microsoft.com/office/drawing/2014/main" id="{7E599577-4F0E-E46B-8F38-5DE84B9EB3E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1816101" y="2205038"/>
                <a:ext cx="1228725" cy="709613"/>
              </a:xfrm>
              <a:prstGeom prst="line">
                <a:avLst/>
              </a:prstGeom>
              <a:noFill/>
              <a:ln w="12700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6" name="Line 86">
                <a:extLst>
                  <a:ext uri="{FF2B5EF4-FFF2-40B4-BE49-F238E27FC236}">
                    <a16:creationId xmlns:a16="http://schemas.microsoft.com/office/drawing/2014/main" id="{EBC3501F-ACA9-9716-54B2-308F761A35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967038"/>
                <a:ext cx="1228725" cy="709613"/>
              </a:xfrm>
              <a:prstGeom prst="line">
                <a:avLst/>
              </a:prstGeom>
              <a:noFill/>
              <a:ln w="12700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7" name="Line 89">
                <a:extLst>
                  <a:ext uri="{FF2B5EF4-FFF2-40B4-BE49-F238E27FC236}">
                    <a16:creationId xmlns:a16="http://schemas.microsoft.com/office/drawing/2014/main" id="{8F837063-D92B-EA3A-1299-475B6632C00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1816101" y="2967038"/>
                <a:ext cx="1228725" cy="709613"/>
              </a:xfrm>
              <a:prstGeom prst="line">
                <a:avLst/>
              </a:prstGeom>
              <a:noFill/>
              <a:ln w="12700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D1A340BC-A6D3-539D-CB1E-965CF9C5D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8900000" flipV="1">
            <a:off x="917093" y="3213810"/>
            <a:ext cx="2457450" cy="3838575"/>
            <a:chOff x="587376" y="280988"/>
            <a:chExt cx="2457450" cy="3838575"/>
          </a:xfrm>
        </p:grpSpPr>
        <p:sp>
          <p:nvSpPr>
            <p:cNvPr id="99" name="Freeform 64">
              <a:extLst>
                <a:ext uri="{FF2B5EF4-FFF2-40B4-BE49-F238E27FC236}">
                  <a16:creationId xmlns:a16="http://schemas.microsoft.com/office/drawing/2014/main" id="{7AC7CD44-8A4B-F8A7-C900-0DD35E0EB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1443038"/>
              <a:ext cx="1228725" cy="790575"/>
            </a:xfrm>
            <a:custGeom>
              <a:avLst/>
              <a:gdLst>
                <a:gd name="T0" fmla="*/ 162 w 258"/>
                <a:gd name="T1" fmla="*/ 132 h 166"/>
                <a:gd name="T2" fmla="*/ 258 w 258"/>
                <a:gd name="T3" fmla="*/ 0 h 166"/>
                <a:gd name="T4" fmla="*/ 0 w 258"/>
                <a:gd name="T5" fmla="*/ 149 h 166"/>
                <a:gd name="T6" fmla="*/ 162 w 258"/>
                <a:gd name="T7" fmla="*/ 13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162" y="132"/>
                  </a:moveTo>
                  <a:cubicBezTo>
                    <a:pt x="214" y="102"/>
                    <a:pt x="247" y="54"/>
                    <a:pt x="258" y="0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52" y="166"/>
                    <a:pt x="111" y="162"/>
                    <a:pt x="162" y="13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0" name="Freeform 81">
              <a:extLst>
                <a:ext uri="{FF2B5EF4-FFF2-40B4-BE49-F238E27FC236}">
                  <a16:creationId xmlns:a16="http://schemas.microsoft.com/office/drawing/2014/main" id="{11D7F6C7-DB52-EF70-52AC-898829F0AB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2205038"/>
              <a:ext cx="1228725" cy="790575"/>
            </a:xfrm>
            <a:custGeom>
              <a:avLst/>
              <a:gdLst>
                <a:gd name="T0" fmla="*/ 162 w 258"/>
                <a:gd name="T1" fmla="*/ 132 h 166"/>
                <a:gd name="T2" fmla="*/ 258 w 258"/>
                <a:gd name="T3" fmla="*/ 0 h 166"/>
                <a:gd name="T4" fmla="*/ 0 w 258"/>
                <a:gd name="T5" fmla="*/ 149 h 166"/>
                <a:gd name="T6" fmla="*/ 162 w 258"/>
                <a:gd name="T7" fmla="*/ 13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162" y="132"/>
                  </a:moveTo>
                  <a:cubicBezTo>
                    <a:pt x="214" y="102"/>
                    <a:pt x="247" y="54"/>
                    <a:pt x="258" y="0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52" y="166"/>
                    <a:pt x="111" y="162"/>
                    <a:pt x="162" y="13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1" name="Freeform 61">
              <a:extLst>
                <a:ext uri="{FF2B5EF4-FFF2-40B4-BE49-F238E27FC236}">
                  <a16:creationId xmlns:a16="http://schemas.microsoft.com/office/drawing/2014/main" id="{198FB818-8D72-83A8-92A1-DBF959851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7376" y="1443038"/>
              <a:ext cx="1228725" cy="790575"/>
            </a:xfrm>
            <a:custGeom>
              <a:avLst/>
              <a:gdLst>
                <a:gd name="T0" fmla="*/ 95 w 258"/>
                <a:gd name="T1" fmla="*/ 132 h 166"/>
                <a:gd name="T2" fmla="*/ 258 w 258"/>
                <a:gd name="T3" fmla="*/ 149 h 166"/>
                <a:gd name="T4" fmla="*/ 0 w 258"/>
                <a:gd name="T5" fmla="*/ 0 h 166"/>
                <a:gd name="T6" fmla="*/ 95 w 258"/>
                <a:gd name="T7" fmla="*/ 13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95" y="132"/>
                  </a:moveTo>
                  <a:cubicBezTo>
                    <a:pt x="147" y="162"/>
                    <a:pt x="206" y="166"/>
                    <a:pt x="258" y="14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" y="54"/>
                    <a:pt x="44" y="102"/>
                    <a:pt x="95" y="13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" name="Freeform 78">
              <a:extLst>
                <a:ext uri="{FF2B5EF4-FFF2-40B4-BE49-F238E27FC236}">
                  <a16:creationId xmlns:a16="http://schemas.microsoft.com/office/drawing/2014/main" id="{3D0C3C81-7CE0-2D78-D02F-F9DCF05011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7376" y="2205038"/>
              <a:ext cx="1228725" cy="790575"/>
            </a:xfrm>
            <a:custGeom>
              <a:avLst/>
              <a:gdLst>
                <a:gd name="T0" fmla="*/ 95 w 258"/>
                <a:gd name="T1" fmla="*/ 132 h 166"/>
                <a:gd name="T2" fmla="*/ 258 w 258"/>
                <a:gd name="T3" fmla="*/ 149 h 166"/>
                <a:gd name="T4" fmla="*/ 0 w 258"/>
                <a:gd name="T5" fmla="*/ 0 h 166"/>
                <a:gd name="T6" fmla="*/ 95 w 258"/>
                <a:gd name="T7" fmla="*/ 13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95" y="132"/>
                  </a:moveTo>
                  <a:cubicBezTo>
                    <a:pt x="147" y="162"/>
                    <a:pt x="206" y="166"/>
                    <a:pt x="258" y="14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" y="54"/>
                    <a:pt x="44" y="102"/>
                    <a:pt x="95" y="13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" name="Freeform 84">
              <a:extLst>
                <a:ext uri="{FF2B5EF4-FFF2-40B4-BE49-F238E27FC236}">
                  <a16:creationId xmlns:a16="http://schemas.microsoft.com/office/drawing/2014/main" id="{0C7ED120-F30B-14AB-5B2F-B022C86689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7376" y="2967038"/>
              <a:ext cx="1228725" cy="790575"/>
            </a:xfrm>
            <a:custGeom>
              <a:avLst/>
              <a:gdLst>
                <a:gd name="T0" fmla="*/ 95 w 258"/>
                <a:gd name="T1" fmla="*/ 132 h 166"/>
                <a:gd name="T2" fmla="*/ 258 w 258"/>
                <a:gd name="T3" fmla="*/ 149 h 166"/>
                <a:gd name="T4" fmla="*/ 0 w 258"/>
                <a:gd name="T5" fmla="*/ 0 h 166"/>
                <a:gd name="T6" fmla="*/ 95 w 258"/>
                <a:gd name="T7" fmla="*/ 13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95" y="132"/>
                  </a:moveTo>
                  <a:cubicBezTo>
                    <a:pt x="147" y="162"/>
                    <a:pt x="206" y="166"/>
                    <a:pt x="258" y="14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" y="54"/>
                    <a:pt x="44" y="102"/>
                    <a:pt x="95" y="13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" name="Freeform 87">
              <a:extLst>
                <a:ext uri="{FF2B5EF4-FFF2-40B4-BE49-F238E27FC236}">
                  <a16:creationId xmlns:a16="http://schemas.microsoft.com/office/drawing/2014/main" id="{60788874-2352-19A7-D664-0106854D90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2967038"/>
              <a:ext cx="1228725" cy="790575"/>
            </a:xfrm>
            <a:custGeom>
              <a:avLst/>
              <a:gdLst>
                <a:gd name="T0" fmla="*/ 162 w 258"/>
                <a:gd name="T1" fmla="*/ 132 h 166"/>
                <a:gd name="T2" fmla="*/ 258 w 258"/>
                <a:gd name="T3" fmla="*/ 0 h 166"/>
                <a:gd name="T4" fmla="*/ 0 w 258"/>
                <a:gd name="T5" fmla="*/ 149 h 166"/>
                <a:gd name="T6" fmla="*/ 162 w 258"/>
                <a:gd name="T7" fmla="*/ 13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162" y="132"/>
                  </a:moveTo>
                  <a:cubicBezTo>
                    <a:pt x="214" y="102"/>
                    <a:pt x="247" y="54"/>
                    <a:pt x="258" y="0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52" y="166"/>
                    <a:pt x="111" y="162"/>
                    <a:pt x="162" y="13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" name="Freeform 60">
              <a:extLst>
                <a:ext uri="{FF2B5EF4-FFF2-40B4-BE49-F238E27FC236}">
                  <a16:creationId xmlns:a16="http://schemas.microsoft.com/office/drawing/2014/main" id="{88B03378-17C4-9F0A-14DE-B0D14C3A5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280988"/>
              <a:ext cx="319088" cy="1419225"/>
            </a:xfrm>
            <a:custGeom>
              <a:avLst/>
              <a:gdLst>
                <a:gd name="T0" fmla="*/ 0 w 67"/>
                <a:gd name="T1" fmla="*/ 0 h 298"/>
                <a:gd name="T2" fmla="*/ 0 w 67"/>
                <a:gd name="T3" fmla="*/ 298 h 298"/>
                <a:gd name="T4" fmla="*/ 67 w 67"/>
                <a:gd name="T5" fmla="*/ 149 h 298"/>
                <a:gd name="T6" fmla="*/ 0 w 67"/>
                <a:gd name="T7" fmla="*/ 0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298">
                  <a:moveTo>
                    <a:pt x="0" y="0"/>
                  </a:moveTo>
                  <a:cubicBezTo>
                    <a:pt x="0" y="298"/>
                    <a:pt x="0" y="298"/>
                    <a:pt x="0" y="298"/>
                  </a:cubicBezTo>
                  <a:cubicBezTo>
                    <a:pt x="41" y="261"/>
                    <a:pt x="67" y="208"/>
                    <a:pt x="67" y="149"/>
                  </a:cubicBezTo>
                  <a:cubicBezTo>
                    <a:pt x="67" y="89"/>
                    <a:pt x="41" y="36"/>
                    <a:pt x="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27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" name="Freeform 59">
              <a:extLst>
                <a:ext uri="{FF2B5EF4-FFF2-40B4-BE49-F238E27FC236}">
                  <a16:creationId xmlns:a16="http://schemas.microsoft.com/office/drawing/2014/main" id="{AF0D137B-1827-9F4C-03BB-6D7F26FF51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97013" y="280988"/>
              <a:ext cx="319088" cy="1419225"/>
            </a:xfrm>
            <a:custGeom>
              <a:avLst/>
              <a:gdLst>
                <a:gd name="T0" fmla="*/ 0 w 67"/>
                <a:gd name="T1" fmla="*/ 149 h 298"/>
                <a:gd name="T2" fmla="*/ 67 w 67"/>
                <a:gd name="T3" fmla="*/ 298 h 298"/>
                <a:gd name="T4" fmla="*/ 67 w 67"/>
                <a:gd name="T5" fmla="*/ 0 h 298"/>
                <a:gd name="T6" fmla="*/ 0 w 67"/>
                <a:gd name="T7" fmla="*/ 149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298">
                  <a:moveTo>
                    <a:pt x="0" y="149"/>
                  </a:moveTo>
                  <a:cubicBezTo>
                    <a:pt x="0" y="208"/>
                    <a:pt x="26" y="261"/>
                    <a:pt x="67" y="298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26" y="36"/>
                    <a:pt x="0" y="89"/>
                    <a:pt x="0" y="149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89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" name="Freeform 62">
              <a:extLst>
                <a:ext uri="{FF2B5EF4-FFF2-40B4-BE49-F238E27FC236}">
                  <a16:creationId xmlns:a16="http://schemas.microsoft.com/office/drawing/2014/main" id="{F0D58801-920F-64E9-DD6A-9E41DB9CE1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7376" y="1390651"/>
              <a:ext cx="1228725" cy="761999"/>
            </a:xfrm>
            <a:custGeom>
              <a:avLst/>
              <a:gdLst>
                <a:gd name="T0" fmla="*/ 0 w 258"/>
                <a:gd name="T1" fmla="*/ 17 h 166"/>
                <a:gd name="T2" fmla="*/ 258 w 258"/>
                <a:gd name="T3" fmla="*/ 166 h 166"/>
                <a:gd name="T4" fmla="*/ 162 w 258"/>
                <a:gd name="T5" fmla="*/ 34 h 166"/>
                <a:gd name="T6" fmla="*/ 0 w 258"/>
                <a:gd name="T7" fmla="*/ 17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0" y="17"/>
                  </a:moveTo>
                  <a:cubicBezTo>
                    <a:pt x="258" y="166"/>
                    <a:pt x="258" y="166"/>
                    <a:pt x="258" y="166"/>
                  </a:cubicBezTo>
                  <a:cubicBezTo>
                    <a:pt x="247" y="112"/>
                    <a:pt x="213" y="63"/>
                    <a:pt x="162" y="34"/>
                  </a:cubicBezTo>
                  <a:cubicBezTo>
                    <a:pt x="111" y="4"/>
                    <a:pt x="52" y="0"/>
                    <a:pt x="0" y="17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0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" name="Freeform 65">
              <a:extLst>
                <a:ext uri="{FF2B5EF4-FFF2-40B4-BE49-F238E27FC236}">
                  <a16:creationId xmlns:a16="http://schemas.microsoft.com/office/drawing/2014/main" id="{1196BF7F-0B7D-24CC-1BF8-28DE94B282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1362075"/>
              <a:ext cx="1228725" cy="790575"/>
            </a:xfrm>
            <a:custGeom>
              <a:avLst/>
              <a:gdLst>
                <a:gd name="T0" fmla="*/ 0 w 258"/>
                <a:gd name="T1" fmla="*/ 166 h 166"/>
                <a:gd name="T2" fmla="*/ 258 w 258"/>
                <a:gd name="T3" fmla="*/ 17 h 166"/>
                <a:gd name="T4" fmla="*/ 96 w 258"/>
                <a:gd name="T5" fmla="*/ 34 h 166"/>
                <a:gd name="T6" fmla="*/ 0 w 258"/>
                <a:gd name="T7" fmla="*/ 166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0" y="166"/>
                  </a:moveTo>
                  <a:cubicBezTo>
                    <a:pt x="258" y="17"/>
                    <a:pt x="258" y="17"/>
                    <a:pt x="258" y="17"/>
                  </a:cubicBezTo>
                  <a:cubicBezTo>
                    <a:pt x="206" y="0"/>
                    <a:pt x="147" y="4"/>
                    <a:pt x="96" y="34"/>
                  </a:cubicBezTo>
                  <a:cubicBezTo>
                    <a:pt x="44" y="63"/>
                    <a:pt x="11" y="112"/>
                    <a:pt x="0" y="166"/>
                  </a:cubicBezTo>
                  <a:close/>
                </a:path>
              </a:pathLst>
            </a:custGeom>
            <a:gradFill flip="none" rotWithShape="0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0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9" name="Freeform 79">
              <a:extLst>
                <a:ext uri="{FF2B5EF4-FFF2-40B4-BE49-F238E27FC236}">
                  <a16:creationId xmlns:a16="http://schemas.microsoft.com/office/drawing/2014/main" id="{0055D8F4-D194-4E40-FA91-94F7A1AEC8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7376" y="2124075"/>
              <a:ext cx="1228725" cy="790575"/>
            </a:xfrm>
            <a:custGeom>
              <a:avLst/>
              <a:gdLst>
                <a:gd name="T0" fmla="*/ 0 w 258"/>
                <a:gd name="T1" fmla="*/ 17 h 166"/>
                <a:gd name="T2" fmla="*/ 258 w 258"/>
                <a:gd name="T3" fmla="*/ 166 h 166"/>
                <a:gd name="T4" fmla="*/ 162 w 258"/>
                <a:gd name="T5" fmla="*/ 34 h 166"/>
                <a:gd name="T6" fmla="*/ 0 w 258"/>
                <a:gd name="T7" fmla="*/ 17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0" y="17"/>
                  </a:moveTo>
                  <a:cubicBezTo>
                    <a:pt x="258" y="166"/>
                    <a:pt x="258" y="166"/>
                    <a:pt x="258" y="166"/>
                  </a:cubicBezTo>
                  <a:cubicBezTo>
                    <a:pt x="247" y="112"/>
                    <a:pt x="213" y="63"/>
                    <a:pt x="162" y="34"/>
                  </a:cubicBezTo>
                  <a:cubicBezTo>
                    <a:pt x="111" y="4"/>
                    <a:pt x="52" y="0"/>
                    <a:pt x="0" y="17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0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0" name="Freeform 82">
              <a:extLst>
                <a:ext uri="{FF2B5EF4-FFF2-40B4-BE49-F238E27FC236}">
                  <a16:creationId xmlns:a16="http://schemas.microsoft.com/office/drawing/2014/main" id="{CBF5427B-8B0F-8276-A243-4B27DA41C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2124075"/>
              <a:ext cx="1228725" cy="790575"/>
            </a:xfrm>
            <a:custGeom>
              <a:avLst/>
              <a:gdLst>
                <a:gd name="T0" fmla="*/ 0 w 258"/>
                <a:gd name="T1" fmla="*/ 166 h 166"/>
                <a:gd name="T2" fmla="*/ 258 w 258"/>
                <a:gd name="T3" fmla="*/ 17 h 166"/>
                <a:gd name="T4" fmla="*/ 96 w 258"/>
                <a:gd name="T5" fmla="*/ 34 h 166"/>
                <a:gd name="T6" fmla="*/ 0 w 258"/>
                <a:gd name="T7" fmla="*/ 166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0" y="166"/>
                  </a:moveTo>
                  <a:cubicBezTo>
                    <a:pt x="258" y="17"/>
                    <a:pt x="258" y="17"/>
                    <a:pt x="258" y="17"/>
                  </a:cubicBezTo>
                  <a:cubicBezTo>
                    <a:pt x="206" y="0"/>
                    <a:pt x="147" y="4"/>
                    <a:pt x="96" y="34"/>
                  </a:cubicBezTo>
                  <a:cubicBezTo>
                    <a:pt x="44" y="63"/>
                    <a:pt x="11" y="112"/>
                    <a:pt x="0" y="166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0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1" name="Freeform 85">
              <a:extLst>
                <a:ext uri="{FF2B5EF4-FFF2-40B4-BE49-F238E27FC236}">
                  <a16:creationId xmlns:a16="http://schemas.microsoft.com/office/drawing/2014/main" id="{200EE055-2A12-AA92-46E4-2FA8D7BA3C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7376" y="2886075"/>
              <a:ext cx="1228725" cy="790575"/>
            </a:xfrm>
            <a:custGeom>
              <a:avLst/>
              <a:gdLst>
                <a:gd name="T0" fmla="*/ 0 w 258"/>
                <a:gd name="T1" fmla="*/ 17 h 166"/>
                <a:gd name="T2" fmla="*/ 258 w 258"/>
                <a:gd name="T3" fmla="*/ 166 h 166"/>
                <a:gd name="T4" fmla="*/ 162 w 258"/>
                <a:gd name="T5" fmla="*/ 34 h 166"/>
                <a:gd name="T6" fmla="*/ 0 w 258"/>
                <a:gd name="T7" fmla="*/ 17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0" y="17"/>
                  </a:moveTo>
                  <a:cubicBezTo>
                    <a:pt x="258" y="166"/>
                    <a:pt x="258" y="166"/>
                    <a:pt x="258" y="166"/>
                  </a:cubicBezTo>
                  <a:cubicBezTo>
                    <a:pt x="247" y="112"/>
                    <a:pt x="213" y="63"/>
                    <a:pt x="162" y="34"/>
                  </a:cubicBezTo>
                  <a:cubicBezTo>
                    <a:pt x="111" y="4"/>
                    <a:pt x="52" y="0"/>
                    <a:pt x="0" y="17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0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2" name="Freeform 88">
              <a:extLst>
                <a:ext uri="{FF2B5EF4-FFF2-40B4-BE49-F238E27FC236}">
                  <a16:creationId xmlns:a16="http://schemas.microsoft.com/office/drawing/2014/main" id="{3C38B1EC-E4D2-BF06-976B-C14979A12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2886075"/>
              <a:ext cx="1228725" cy="790575"/>
            </a:xfrm>
            <a:custGeom>
              <a:avLst/>
              <a:gdLst>
                <a:gd name="T0" fmla="*/ 0 w 258"/>
                <a:gd name="T1" fmla="*/ 166 h 166"/>
                <a:gd name="T2" fmla="*/ 258 w 258"/>
                <a:gd name="T3" fmla="*/ 17 h 166"/>
                <a:gd name="T4" fmla="*/ 96 w 258"/>
                <a:gd name="T5" fmla="*/ 34 h 166"/>
                <a:gd name="T6" fmla="*/ 0 w 258"/>
                <a:gd name="T7" fmla="*/ 166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0" y="166"/>
                  </a:moveTo>
                  <a:cubicBezTo>
                    <a:pt x="258" y="17"/>
                    <a:pt x="258" y="17"/>
                    <a:pt x="258" y="17"/>
                  </a:cubicBezTo>
                  <a:cubicBezTo>
                    <a:pt x="206" y="0"/>
                    <a:pt x="147" y="4"/>
                    <a:pt x="96" y="34"/>
                  </a:cubicBezTo>
                  <a:cubicBezTo>
                    <a:pt x="44" y="63"/>
                    <a:pt x="11" y="112"/>
                    <a:pt x="0" y="166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0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5BCF6A29-31B0-2441-356B-86247D86DC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87376" y="280988"/>
              <a:ext cx="2457450" cy="3838575"/>
              <a:chOff x="587376" y="280988"/>
              <a:chExt cx="2457450" cy="3838575"/>
            </a:xfrm>
          </p:grpSpPr>
          <p:sp>
            <p:nvSpPr>
              <p:cNvPr id="114" name="Line 63">
                <a:extLst>
                  <a:ext uri="{FF2B5EF4-FFF2-40B4-BE49-F238E27FC236}">
                    <a16:creationId xmlns:a16="http://schemas.microsoft.com/office/drawing/2014/main" id="{6EB6905C-ACF6-9AF1-664F-5C0FED8A66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443038"/>
                <a:ext cx="1228725" cy="709613"/>
              </a:xfrm>
              <a:prstGeom prst="line">
                <a:avLst/>
              </a:prstGeom>
              <a:noFill/>
              <a:ln w="12700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5" name="Line 66">
                <a:extLst>
                  <a:ext uri="{FF2B5EF4-FFF2-40B4-BE49-F238E27FC236}">
                    <a16:creationId xmlns:a16="http://schemas.microsoft.com/office/drawing/2014/main" id="{0E262CE0-BAF1-8146-35BB-AC059F7292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1816101" y="1443038"/>
                <a:ext cx="1228725" cy="709613"/>
              </a:xfrm>
              <a:prstGeom prst="line">
                <a:avLst/>
              </a:prstGeom>
              <a:noFill/>
              <a:ln w="12700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6" name="Line 67">
                <a:extLst>
                  <a:ext uri="{FF2B5EF4-FFF2-40B4-BE49-F238E27FC236}">
                    <a16:creationId xmlns:a16="http://schemas.microsoft.com/office/drawing/2014/main" id="{191EBC3F-760E-86C1-8B21-A117912C6C2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1816101" y="280988"/>
                <a:ext cx="0" cy="3838575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7" name="Line 80">
                <a:extLst>
                  <a:ext uri="{FF2B5EF4-FFF2-40B4-BE49-F238E27FC236}">
                    <a16:creationId xmlns:a16="http://schemas.microsoft.com/office/drawing/2014/main" id="{53EAD6B4-1599-2782-D593-2D6148973A1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205038"/>
                <a:ext cx="1228725" cy="709613"/>
              </a:xfrm>
              <a:prstGeom prst="line">
                <a:avLst/>
              </a:prstGeom>
              <a:noFill/>
              <a:ln w="12700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8" name="Line 83">
                <a:extLst>
                  <a:ext uri="{FF2B5EF4-FFF2-40B4-BE49-F238E27FC236}">
                    <a16:creationId xmlns:a16="http://schemas.microsoft.com/office/drawing/2014/main" id="{809484DC-53A9-6DF0-B3E7-61C4BBC6D22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1816101" y="2205038"/>
                <a:ext cx="1228725" cy="709613"/>
              </a:xfrm>
              <a:prstGeom prst="line">
                <a:avLst/>
              </a:prstGeom>
              <a:noFill/>
              <a:ln w="12700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9" name="Line 86">
                <a:extLst>
                  <a:ext uri="{FF2B5EF4-FFF2-40B4-BE49-F238E27FC236}">
                    <a16:creationId xmlns:a16="http://schemas.microsoft.com/office/drawing/2014/main" id="{631B2D90-841F-130E-48D8-D77FD39A800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967038"/>
                <a:ext cx="1228725" cy="709613"/>
              </a:xfrm>
              <a:prstGeom prst="line">
                <a:avLst/>
              </a:prstGeom>
              <a:noFill/>
              <a:ln w="12700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0" name="Line 89">
                <a:extLst>
                  <a:ext uri="{FF2B5EF4-FFF2-40B4-BE49-F238E27FC236}">
                    <a16:creationId xmlns:a16="http://schemas.microsoft.com/office/drawing/2014/main" id="{54CE9CB3-DC61-CF9B-41AF-A855A9A7FE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1816101" y="2967038"/>
                <a:ext cx="1228725" cy="709613"/>
              </a:xfrm>
              <a:prstGeom prst="line">
                <a:avLst/>
              </a:prstGeom>
              <a:noFill/>
              <a:ln w="12700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1B2F52A-503B-3D02-DD9B-CD13E1192E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8164" y="6357168"/>
            <a:ext cx="1641986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20XX</a:t>
            </a:r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EA1EAF5E-FFB3-BD50-2D80-15B1A519FC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86D9679-CDB7-1A17-8236-8B08D90E83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64103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4235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4910FDC-FCA3-4F39-AC3F-821172639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37" y="0"/>
            <a:ext cx="386715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alpha val="20000"/>
                </a:schemeClr>
              </a:solidFill>
            </a:endParaRPr>
          </a:p>
        </p:txBody>
      </p:sp>
      <p:sp>
        <p:nvSpPr>
          <p:cNvPr id="4" name="Title 10">
            <a:extLst>
              <a:ext uri="{FF2B5EF4-FFF2-40B4-BE49-F238E27FC236}">
                <a16:creationId xmlns:a16="http://schemas.microsoft.com/office/drawing/2014/main" id="{4C136262-2D92-08CC-8364-8E00D9FE63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13685" y="400049"/>
            <a:ext cx="7310152" cy="118504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F0F278F-99B1-49C2-968B-C983DF8121A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50810" y="430212"/>
            <a:ext cx="2989063" cy="5997575"/>
          </a:xfrm>
        </p:spPr>
        <p:txBody>
          <a:bodyPr>
            <a:normAutofit/>
          </a:bodyPr>
          <a:lstStyle>
            <a:lvl1pPr marL="0" indent="0" algn="ctr">
              <a:buNone/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/>
              <a:t>Click to add picture</a:t>
            </a:r>
          </a:p>
          <a:p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DF82769-951B-3DA0-5C05-D7354E00A372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313685" y="1997132"/>
            <a:ext cx="7314440" cy="4232218"/>
          </a:xfrm>
        </p:spPr>
        <p:txBody>
          <a:bodyPr lIns="0">
            <a:normAutofit/>
          </a:bodyPr>
          <a:lstStyle>
            <a:lvl1pPr marL="0" indent="0">
              <a:lnSpc>
                <a:spcPct val="130000"/>
              </a:lnSpc>
              <a:buNone/>
              <a:defRPr sz="1800"/>
            </a:lvl1pPr>
            <a:lvl2pPr marL="360000" indent="0">
              <a:lnSpc>
                <a:spcPct val="130000"/>
              </a:lnSpc>
              <a:buNone/>
              <a:defRPr sz="1800"/>
            </a:lvl2pPr>
            <a:lvl3pPr marL="720000" indent="0">
              <a:lnSpc>
                <a:spcPct val="130000"/>
              </a:lnSpc>
              <a:buNone/>
              <a:defRPr sz="1800"/>
            </a:lvl3pPr>
            <a:lvl4pPr marL="1080000" indent="0">
              <a:lnSpc>
                <a:spcPct val="130000"/>
              </a:lnSpc>
              <a:buNone/>
              <a:defRPr sz="1800"/>
            </a:lvl4pPr>
            <a:lvl5pPr marL="1440000" indent="0">
              <a:lnSpc>
                <a:spcPct val="130000"/>
              </a:lnSpc>
              <a:buNone/>
              <a:defRPr sz="1800"/>
            </a:lvl5pPr>
          </a:lstStyle>
          <a:p>
            <a:r>
              <a:rPr lang="en-US">
                <a:cs typeface="Calibri"/>
              </a:rPr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E138E9-0025-C4F7-43CB-C242E93B3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13684" y="179949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F3412D6E-AE2E-B8C7-3247-1E771842C8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313684" y="6357168"/>
            <a:ext cx="1641986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20XX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DA960C8-4CEC-FD5C-58B1-0A33E80158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61392" y="6356350"/>
            <a:ext cx="3614737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6500073-CE8C-BD5A-D965-BBB31877FC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64103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46148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0">
            <a:extLst>
              <a:ext uri="{FF2B5EF4-FFF2-40B4-BE49-F238E27FC236}">
                <a16:creationId xmlns:a16="http://schemas.microsoft.com/office/drawing/2014/main" id="{08188DE9-5A5D-940E-A9B9-5CFB3A7C1A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164" y="400049"/>
            <a:ext cx="11047042" cy="118504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134A48A-4B33-4D5B-B419-07841EB58903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68164" y="1997132"/>
            <a:ext cx="4105436" cy="4232218"/>
          </a:xfrm>
        </p:spPr>
        <p:txBody>
          <a:bodyPr lIns="0">
            <a:normAutofit/>
          </a:bodyPr>
          <a:lstStyle>
            <a:lvl1pPr marL="0" indent="0">
              <a:lnSpc>
                <a:spcPct val="130000"/>
              </a:lnSpc>
              <a:buNone/>
              <a:defRPr sz="1800"/>
            </a:lvl1pPr>
            <a:lvl2pPr marL="360000" indent="0">
              <a:lnSpc>
                <a:spcPct val="130000"/>
              </a:lnSpc>
              <a:buNone/>
              <a:defRPr sz="1800"/>
            </a:lvl2pPr>
            <a:lvl3pPr marL="720000" indent="0">
              <a:lnSpc>
                <a:spcPct val="130000"/>
              </a:lnSpc>
              <a:buNone/>
              <a:defRPr sz="1800"/>
            </a:lvl3pPr>
            <a:lvl4pPr marL="1080000" indent="0">
              <a:lnSpc>
                <a:spcPct val="130000"/>
              </a:lnSpc>
              <a:buNone/>
              <a:defRPr sz="1800"/>
            </a:lvl4pPr>
            <a:lvl5pPr marL="1440000" indent="0">
              <a:lnSpc>
                <a:spcPct val="130000"/>
              </a:lnSpc>
              <a:buNone/>
              <a:defRPr sz="1800"/>
            </a:lvl5pPr>
          </a:lstStyle>
          <a:p>
            <a:r>
              <a:rPr lang="en-US">
                <a:cs typeface="Calibri"/>
              </a:rPr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84167E6-4D04-7A2D-23CD-96BBAF8BB0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8164" y="179949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BC648438-1E2A-193E-BB18-7CBA2B4929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8164" y="6357168"/>
            <a:ext cx="1641986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20XX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4BF0ED-9E99-363F-C319-90444F339F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5F4DA9D-3116-000E-0A7B-D7B93F3248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64103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98CFB27C-609E-49B0-CA37-A6CCB5E9DC5C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4833938" y="1997075"/>
            <a:ext cx="6781268" cy="423221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table</a:t>
            </a:r>
          </a:p>
        </p:txBody>
      </p:sp>
    </p:spTree>
    <p:extLst>
      <p:ext uri="{BB962C8B-B14F-4D97-AF65-F5344CB8AC3E}">
        <p14:creationId xmlns:p14="http://schemas.microsoft.com/office/powerpoint/2010/main" val="40002029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0">
            <a:extLst>
              <a:ext uri="{FF2B5EF4-FFF2-40B4-BE49-F238E27FC236}">
                <a16:creationId xmlns:a16="http://schemas.microsoft.com/office/drawing/2014/main" id="{120C2CE9-09D7-C315-9A26-E750905F8D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57636" y="400049"/>
            <a:ext cx="8467760" cy="118504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B5F0A77-8ECB-36B0-0483-E734AB12FD75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3157636" y="1997132"/>
            <a:ext cx="5597686" cy="4356056"/>
          </a:xfrm>
        </p:spPr>
        <p:txBody>
          <a:bodyPr lIns="0">
            <a:normAutofit/>
          </a:bodyPr>
          <a:lstStyle>
            <a:lvl1pPr marL="0" indent="0">
              <a:lnSpc>
                <a:spcPct val="130000"/>
              </a:lnSpc>
              <a:buNone/>
              <a:defRPr sz="1800"/>
            </a:lvl1pPr>
            <a:lvl2pPr marL="645750" indent="-285750">
              <a:lnSpc>
                <a:spcPct val="130000"/>
              </a:lnSpc>
              <a:buFont typeface="Arial" panose="020B0604020202020204" pitchFamily="34" charset="0"/>
              <a:buChar char="•"/>
              <a:defRPr sz="1800"/>
            </a:lvl2pPr>
            <a:lvl3pPr marL="720000" indent="0">
              <a:lnSpc>
                <a:spcPct val="130000"/>
              </a:lnSpc>
              <a:buNone/>
              <a:defRPr sz="1800"/>
            </a:lvl3pPr>
            <a:lvl4pPr marL="1080000" indent="0">
              <a:lnSpc>
                <a:spcPct val="130000"/>
              </a:lnSpc>
              <a:buNone/>
              <a:defRPr sz="1800"/>
            </a:lvl4pPr>
            <a:lvl5pPr marL="1440000" indent="0">
              <a:lnSpc>
                <a:spcPct val="130000"/>
              </a:lnSpc>
              <a:buNone/>
              <a:defRPr sz="1800"/>
            </a:lvl5pPr>
          </a:lstStyle>
          <a:p>
            <a:r>
              <a:rPr lang="en-US">
                <a:cs typeface="Calibri"/>
              </a:rPr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8" name="Content Placeholder 2">
            <a:extLst>
              <a:ext uri="{FF2B5EF4-FFF2-40B4-BE49-F238E27FC236}">
                <a16:creationId xmlns:a16="http://schemas.microsoft.com/office/drawing/2014/main" id="{CB4063C8-82E1-0B52-0D41-B642726AD1E6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8945821" y="1997134"/>
            <a:ext cx="2679575" cy="435605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</a:lstStyle>
          <a:p>
            <a:r>
              <a:rPr lang="en-US">
                <a:cs typeface="Calibri"/>
              </a:rPr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0374DF95-81A4-1CFF-D87E-1DBCA565C7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85095" y="457964"/>
            <a:ext cx="2211229" cy="2707415"/>
            <a:chOff x="9728105" y="457964"/>
            <a:chExt cx="2211229" cy="2707415"/>
          </a:xfrm>
        </p:grpSpPr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C15172FB-4F23-B7CE-4A45-A96A16F64C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9940728" y="245341"/>
              <a:ext cx="1785984" cy="2211229"/>
              <a:chOff x="3125006" y="3171595"/>
              <a:chExt cx="1785984" cy="2211229"/>
            </a:xfrm>
          </p:grpSpPr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78A1988F-4EE5-01C8-E1E2-EE21A6AF800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104" name="Straight Connector 103">
                  <a:extLst>
                    <a:ext uri="{FF2B5EF4-FFF2-40B4-BE49-F238E27FC236}">
                      <a16:creationId xmlns:a16="http://schemas.microsoft.com/office/drawing/2014/main" id="{59707535-B3AB-7212-B069-A366ABAFE26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" name="Straight Connector 104">
                  <a:extLst>
                    <a:ext uri="{FF2B5EF4-FFF2-40B4-BE49-F238E27FC236}">
                      <a16:creationId xmlns:a16="http://schemas.microsoft.com/office/drawing/2014/main" id="{E14A54E3-A9EA-3476-B996-946D455F356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6" name="Rectangle 30">
                  <a:extLst>
                    <a:ext uri="{FF2B5EF4-FFF2-40B4-BE49-F238E27FC236}">
                      <a16:creationId xmlns:a16="http://schemas.microsoft.com/office/drawing/2014/main" id="{8096AB25-3A2B-B9B7-A68E-1974E3ED87A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7" name="Rectangle 30">
                  <a:extLst>
                    <a:ext uri="{FF2B5EF4-FFF2-40B4-BE49-F238E27FC236}">
                      <a16:creationId xmlns:a16="http://schemas.microsoft.com/office/drawing/2014/main" id="{2085403A-97EF-4203-C58B-E41070E516F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id="{B2F8BD77-64E1-4FBD-81A4-E43A307C93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102" name="Freeform: Shape 101">
                  <a:extLst>
                    <a:ext uri="{FF2B5EF4-FFF2-40B4-BE49-F238E27FC236}">
                      <a16:creationId xmlns:a16="http://schemas.microsoft.com/office/drawing/2014/main" id="{323A0F3A-5730-3AFC-409F-6A67460C5A7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3" name="Freeform: Shape 102">
                  <a:extLst>
                    <a:ext uri="{FF2B5EF4-FFF2-40B4-BE49-F238E27FC236}">
                      <a16:creationId xmlns:a16="http://schemas.microsoft.com/office/drawing/2014/main" id="{70681FEE-64CB-7074-366C-42CED63713A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08813273-0B3B-17D4-89E5-22B5D6407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 userDrawn="1"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10400269" y="1917604"/>
              <a:ext cx="633413" cy="1862138"/>
              <a:chOff x="5959193" y="333389"/>
              <a:chExt cx="633413" cy="1862138"/>
            </a:xfrm>
          </p:grpSpPr>
          <p:grpSp>
            <p:nvGrpSpPr>
              <p:cNvPr id="96" name="Group 95">
                <a:extLst>
                  <a:ext uri="{FF2B5EF4-FFF2-40B4-BE49-F238E27FC236}">
                    <a16:creationId xmlns:a16="http://schemas.microsoft.com/office/drawing/2014/main" id="{8DEE50A8-DEB8-82E4-6939-22346B41BF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959192" y="333389"/>
                <a:ext cx="633413" cy="1419225"/>
                <a:chOff x="5959192" y="333389"/>
                <a:chExt cx="633413" cy="1419225"/>
              </a:xfrm>
            </p:grpSpPr>
            <p:sp>
              <p:nvSpPr>
                <p:cNvPr id="98" name="Freeform 68">
                  <a:extLst>
                    <a:ext uri="{FF2B5EF4-FFF2-40B4-BE49-F238E27FC236}">
                      <a16:creationId xmlns:a16="http://schemas.microsoft.com/office/drawing/2014/main" id="{7C268328-6EF0-F968-28D1-9F0E5B01777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959192" y="333389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9" name="Freeform 69">
                  <a:extLst>
                    <a:ext uri="{FF2B5EF4-FFF2-40B4-BE49-F238E27FC236}">
                      <a16:creationId xmlns:a16="http://schemas.microsoft.com/office/drawing/2014/main" id="{37BFDF79-1029-8C4B-621E-4A6C9DFB6D8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278280" y="333389"/>
                  <a:ext cx="314325" cy="1419225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97" name="Line 70">
                <a:extLst>
                  <a:ext uri="{FF2B5EF4-FFF2-40B4-BE49-F238E27FC236}">
                    <a16:creationId xmlns:a16="http://schemas.microsoft.com/office/drawing/2014/main" id="{20958208-D7CF-3479-7930-E3FB39DAA4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 userDrawn="1"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278281" y="333389"/>
                <a:ext cx="0" cy="1862138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A5445BB5-50E8-C707-7C74-32796AC986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 flipV="1">
            <a:off x="268449" y="3721100"/>
            <a:ext cx="2211229" cy="2707415"/>
            <a:chOff x="9728105" y="457964"/>
            <a:chExt cx="2211229" cy="2707415"/>
          </a:xfrm>
        </p:grpSpPr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60348311-F256-5764-CF61-E4D36CE7B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9940728" y="245341"/>
              <a:ext cx="1785984" cy="2211229"/>
              <a:chOff x="3125006" y="3171595"/>
              <a:chExt cx="1785984" cy="2211229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965C0C66-56A0-6241-4611-3A2493CC25B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119" name="Straight Connector 118">
                  <a:extLst>
                    <a:ext uri="{FF2B5EF4-FFF2-40B4-BE49-F238E27FC236}">
                      <a16:creationId xmlns:a16="http://schemas.microsoft.com/office/drawing/2014/main" id="{EACD9C93-31AC-1752-5BBC-966E9B2DBF9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0" name="Straight Connector 119">
                  <a:extLst>
                    <a:ext uri="{FF2B5EF4-FFF2-40B4-BE49-F238E27FC236}">
                      <a16:creationId xmlns:a16="http://schemas.microsoft.com/office/drawing/2014/main" id="{AD9C47F5-E53F-7F26-B78D-C86305CF012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21" name="Rectangle 30">
                  <a:extLst>
                    <a:ext uri="{FF2B5EF4-FFF2-40B4-BE49-F238E27FC236}">
                      <a16:creationId xmlns:a16="http://schemas.microsoft.com/office/drawing/2014/main" id="{83DE65FD-926B-50A2-C5CD-C1ED2C6BFDB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2" name="Rectangle 30">
                  <a:extLst>
                    <a:ext uri="{FF2B5EF4-FFF2-40B4-BE49-F238E27FC236}">
                      <a16:creationId xmlns:a16="http://schemas.microsoft.com/office/drawing/2014/main" id="{B2D4F39F-E241-2969-4965-6940516FC55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16" name="Group 115">
                <a:extLst>
                  <a:ext uri="{FF2B5EF4-FFF2-40B4-BE49-F238E27FC236}">
                    <a16:creationId xmlns:a16="http://schemas.microsoft.com/office/drawing/2014/main" id="{38E667E2-23D6-06EC-B435-059EACC048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117" name="Freeform: Shape 116">
                  <a:extLst>
                    <a:ext uri="{FF2B5EF4-FFF2-40B4-BE49-F238E27FC236}">
                      <a16:creationId xmlns:a16="http://schemas.microsoft.com/office/drawing/2014/main" id="{76B00091-7194-5945-8734-F08C954FA76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" name="Freeform: Shape 117">
                  <a:extLst>
                    <a:ext uri="{FF2B5EF4-FFF2-40B4-BE49-F238E27FC236}">
                      <a16:creationId xmlns:a16="http://schemas.microsoft.com/office/drawing/2014/main" id="{BBC29BA4-16A3-1452-4146-20264C0146C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6DEF5151-E1C8-79DA-AA94-F406CE561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 userDrawn="1"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10400269" y="1917604"/>
              <a:ext cx="633413" cy="1862138"/>
              <a:chOff x="5959193" y="333389"/>
              <a:chExt cx="633413" cy="1862138"/>
            </a:xfrm>
          </p:grpSpPr>
          <p:grpSp>
            <p:nvGrpSpPr>
              <p:cNvPr id="111" name="Group 110">
                <a:extLst>
                  <a:ext uri="{FF2B5EF4-FFF2-40B4-BE49-F238E27FC236}">
                    <a16:creationId xmlns:a16="http://schemas.microsoft.com/office/drawing/2014/main" id="{A63FFA48-1F7E-5963-4AAD-A6E2C1D4B1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959192" y="333389"/>
                <a:ext cx="633413" cy="1419225"/>
                <a:chOff x="5959192" y="333389"/>
                <a:chExt cx="633413" cy="1419225"/>
              </a:xfrm>
            </p:grpSpPr>
            <p:sp>
              <p:nvSpPr>
                <p:cNvPr id="113" name="Freeform 68">
                  <a:extLst>
                    <a:ext uri="{FF2B5EF4-FFF2-40B4-BE49-F238E27FC236}">
                      <a16:creationId xmlns:a16="http://schemas.microsoft.com/office/drawing/2014/main" id="{9B0AC0F7-48CE-DBC4-877B-C36BD9A0E25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959192" y="333389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4" name="Freeform 69">
                  <a:extLst>
                    <a:ext uri="{FF2B5EF4-FFF2-40B4-BE49-F238E27FC236}">
                      <a16:creationId xmlns:a16="http://schemas.microsoft.com/office/drawing/2014/main" id="{9CE55AA7-08FE-768A-DFEA-13EE468895E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278280" y="333389"/>
                  <a:ext cx="314325" cy="1419225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112" name="Line 70">
                <a:extLst>
                  <a:ext uri="{FF2B5EF4-FFF2-40B4-BE49-F238E27FC236}">
                    <a16:creationId xmlns:a16="http://schemas.microsoft.com/office/drawing/2014/main" id="{EE9CD552-7569-2A39-A082-9790C85B6A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 userDrawn="1"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278281" y="333389"/>
                <a:ext cx="0" cy="1862138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F9AEDFC-F371-37C8-E0DA-7AAFA49CB8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157636" y="179949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0FD4A2EC-3D37-5ED6-3C9F-0CE19E6E5B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8164" y="6357168"/>
            <a:ext cx="1641986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20XX</a:t>
            </a:r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F4A13167-ABFC-A428-5DDD-7F6BAA8E98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EF8E96-D06F-D077-7044-401B18EE50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64103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94041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0">
            <a:extLst>
              <a:ext uri="{FF2B5EF4-FFF2-40B4-BE49-F238E27FC236}">
                <a16:creationId xmlns:a16="http://schemas.microsoft.com/office/drawing/2014/main" id="{15290885-2BB2-6DEC-1F8F-AA5FF9F3F3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164" y="400049"/>
            <a:ext cx="11047042" cy="118504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06F9AAF-6332-F1FC-4AAC-EF9A6B867C25}"/>
              </a:ext>
            </a:extLst>
          </p:cNvPr>
          <p:cNvSpPr>
            <a:spLocks noGrp="1"/>
          </p:cNvSpPr>
          <p:nvPr>
            <p:ph type="tbl" sz="quarter" idx="10" hasCustomPrompt="1"/>
          </p:nvPr>
        </p:nvSpPr>
        <p:spPr>
          <a:xfrm>
            <a:off x="568324" y="2082801"/>
            <a:ext cx="11055511" cy="385609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table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9F8C9F9-EE8B-8F0D-2DF6-5E4D272BD0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8164" y="179949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24BD84-5B1C-458E-6F04-4D0EB689EF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8164" y="6357168"/>
            <a:ext cx="1641986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20XX</a:t>
            </a:r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379A34A7-6D50-3F63-9153-F866AF62D8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424B4E-13D0-A782-7ECD-A34870A984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64103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9110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30301" y="533292"/>
            <a:ext cx="4132469" cy="2213542"/>
          </a:xfrm>
        </p:spPr>
        <p:txBody>
          <a:bodyPr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A3805DED-0C97-4EF7-B1E1-0E016E0537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443525" y="2980612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2" name="Group 91">
            <a:extLst>
              <a:ext uri="{FF2B5EF4-FFF2-40B4-BE49-F238E27FC236}">
                <a16:creationId xmlns:a16="http://schemas.microsoft.com/office/drawing/2014/main" id="{6CA9855B-4072-4D45-821E-549FDF548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8958" y="457964"/>
            <a:ext cx="7681842" cy="5937065"/>
            <a:chOff x="28958" y="457964"/>
            <a:chExt cx="7681842" cy="5937065"/>
          </a:xfrm>
        </p:grpSpPr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CD707C0C-4086-4F35-A8FC-A45D727AA6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8900000" flipH="1">
              <a:off x="3417239" y="1865958"/>
              <a:ext cx="1270000" cy="3384002"/>
              <a:chOff x="7920038" y="61913"/>
              <a:chExt cx="1270000" cy="3384002"/>
            </a:xfrm>
          </p:grpSpPr>
          <p:sp>
            <p:nvSpPr>
              <p:cNvPr id="195" name="Freeform 76">
                <a:extLst>
                  <a:ext uri="{FF2B5EF4-FFF2-40B4-BE49-F238E27FC236}">
                    <a16:creationId xmlns:a16="http://schemas.microsoft.com/office/drawing/2014/main" id="{3D21528F-9013-4CD7-9F7C-D3F3624881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7920038" y="61913"/>
                <a:ext cx="638175" cy="2843213"/>
              </a:xfrm>
              <a:custGeom>
                <a:avLst/>
                <a:gdLst>
                  <a:gd name="T0" fmla="*/ 0 w 134"/>
                  <a:gd name="T1" fmla="*/ 298 h 597"/>
                  <a:gd name="T2" fmla="*/ 134 w 134"/>
                  <a:gd name="T3" fmla="*/ 597 h 597"/>
                  <a:gd name="T4" fmla="*/ 134 w 134"/>
                  <a:gd name="T5" fmla="*/ 0 h 597"/>
                  <a:gd name="T6" fmla="*/ 0 w 134"/>
                  <a:gd name="T7" fmla="*/ 298 h 5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4" h="597">
                    <a:moveTo>
                      <a:pt x="0" y="298"/>
                    </a:moveTo>
                    <a:cubicBezTo>
                      <a:pt x="0" y="417"/>
                      <a:pt x="52" y="523"/>
                      <a:pt x="134" y="597"/>
                    </a:cubicBezTo>
                    <a:cubicBezTo>
                      <a:pt x="134" y="0"/>
                      <a:pt x="134" y="0"/>
                      <a:pt x="134" y="0"/>
                    </a:cubicBezTo>
                    <a:cubicBezTo>
                      <a:pt x="52" y="74"/>
                      <a:pt x="0" y="180"/>
                      <a:pt x="0" y="298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6" name="Freeform 77">
                <a:extLst>
                  <a:ext uri="{FF2B5EF4-FFF2-40B4-BE49-F238E27FC236}">
                    <a16:creationId xmlns:a16="http://schemas.microsoft.com/office/drawing/2014/main" id="{06A8F5A2-62EC-4CDC-945A-E6C50C86CA2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8558213" y="61913"/>
                <a:ext cx="631825" cy="2843213"/>
              </a:xfrm>
              <a:custGeom>
                <a:avLst/>
                <a:gdLst>
                  <a:gd name="T0" fmla="*/ 0 w 133"/>
                  <a:gd name="T1" fmla="*/ 0 h 597"/>
                  <a:gd name="T2" fmla="*/ 0 w 133"/>
                  <a:gd name="T3" fmla="*/ 597 h 597"/>
                  <a:gd name="T4" fmla="*/ 133 w 133"/>
                  <a:gd name="T5" fmla="*/ 298 h 597"/>
                  <a:gd name="T6" fmla="*/ 0 w 133"/>
                  <a:gd name="T7" fmla="*/ 0 h 5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3" h="597">
                    <a:moveTo>
                      <a:pt x="0" y="0"/>
                    </a:moveTo>
                    <a:cubicBezTo>
                      <a:pt x="0" y="597"/>
                      <a:pt x="0" y="597"/>
                      <a:pt x="0" y="597"/>
                    </a:cubicBezTo>
                    <a:cubicBezTo>
                      <a:pt x="82" y="523"/>
                      <a:pt x="133" y="417"/>
                      <a:pt x="133" y="298"/>
                    </a:cubicBezTo>
                    <a:cubicBezTo>
                      <a:pt x="133" y="180"/>
                      <a:pt x="82" y="74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197" name="Group 196">
                <a:extLst>
                  <a:ext uri="{FF2B5EF4-FFF2-40B4-BE49-F238E27FC236}">
                    <a16:creationId xmlns:a16="http://schemas.microsoft.com/office/drawing/2014/main" id="{9625C8AA-1597-4CED-8301-18D382EF0DF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7934326" y="61915"/>
                <a:ext cx="1241425" cy="3384000"/>
                <a:chOff x="7934326" y="61915"/>
                <a:chExt cx="1241425" cy="3384000"/>
              </a:xfrm>
            </p:grpSpPr>
            <p:sp>
              <p:nvSpPr>
                <p:cNvPr id="198" name="Line 90">
                  <a:extLst>
                    <a:ext uri="{FF2B5EF4-FFF2-40B4-BE49-F238E27FC236}">
                      <a16:creationId xmlns:a16="http://schemas.microsoft.com/office/drawing/2014/main" id="{5DF95B35-23E9-4724-A4F8-8ED718B5DE7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8558213" y="61915"/>
                  <a:ext cx="0" cy="3384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99" name="Freeform 91">
                  <a:extLst>
                    <a:ext uri="{FF2B5EF4-FFF2-40B4-BE49-F238E27FC236}">
                      <a16:creationId xmlns:a16="http://schemas.microsoft.com/office/drawing/2014/main" id="{26C6754B-5776-451D-95ED-62AA4D0BAEF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8181976" y="523875"/>
                  <a:ext cx="747713" cy="376238"/>
                </a:xfrm>
                <a:custGeom>
                  <a:avLst/>
                  <a:gdLst>
                    <a:gd name="T0" fmla="*/ 471 w 471"/>
                    <a:gd name="T1" fmla="*/ 0 h 237"/>
                    <a:gd name="T2" fmla="*/ 237 w 471"/>
                    <a:gd name="T3" fmla="*/ 237 h 237"/>
                    <a:gd name="T4" fmla="*/ 0 w 471"/>
                    <a:gd name="T5" fmla="*/ 0 h 2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71" h="237">
                      <a:moveTo>
                        <a:pt x="471" y="0"/>
                      </a:moveTo>
                      <a:lnTo>
                        <a:pt x="237" y="237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00" name="Freeform 92">
                  <a:extLst>
                    <a:ext uri="{FF2B5EF4-FFF2-40B4-BE49-F238E27FC236}">
                      <a16:creationId xmlns:a16="http://schemas.microsoft.com/office/drawing/2014/main" id="{A345A289-8D6C-4886-B54C-3E0D26D176E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7977188" y="1028700"/>
                  <a:ext cx="1157288" cy="581025"/>
                </a:xfrm>
                <a:custGeom>
                  <a:avLst/>
                  <a:gdLst>
                    <a:gd name="T0" fmla="*/ 729 w 729"/>
                    <a:gd name="T1" fmla="*/ 0 h 366"/>
                    <a:gd name="T2" fmla="*/ 366 w 729"/>
                    <a:gd name="T3" fmla="*/ 366 h 366"/>
                    <a:gd name="T4" fmla="*/ 0 w 729"/>
                    <a:gd name="T5" fmla="*/ 0 h 3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729" h="366">
                      <a:moveTo>
                        <a:pt x="729" y="0"/>
                      </a:moveTo>
                      <a:lnTo>
                        <a:pt x="366" y="366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01" name="Freeform 93">
                  <a:extLst>
                    <a:ext uri="{FF2B5EF4-FFF2-40B4-BE49-F238E27FC236}">
                      <a16:creationId xmlns:a16="http://schemas.microsoft.com/office/drawing/2014/main" id="{5690D981-545B-4A73-A22E-6E701024ACF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7934326" y="1700213"/>
                  <a:ext cx="1241425" cy="619125"/>
                </a:xfrm>
                <a:custGeom>
                  <a:avLst/>
                  <a:gdLst>
                    <a:gd name="T0" fmla="*/ 782 w 782"/>
                    <a:gd name="T1" fmla="*/ 0 h 390"/>
                    <a:gd name="T2" fmla="*/ 393 w 782"/>
                    <a:gd name="T3" fmla="*/ 390 h 390"/>
                    <a:gd name="T4" fmla="*/ 0 w 782"/>
                    <a:gd name="T5" fmla="*/ 0 h 3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782" h="390">
                      <a:moveTo>
                        <a:pt x="782" y="0"/>
                      </a:moveTo>
                      <a:lnTo>
                        <a:pt x="393" y="39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FCB89D53-605D-4497-A82E-C5CB7B9AB1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flipH="1">
              <a:off x="28958" y="457964"/>
              <a:ext cx="5539609" cy="5682348"/>
              <a:chOff x="6623433" y="457964"/>
              <a:chExt cx="5539609" cy="5682348"/>
            </a:xfrm>
          </p:grpSpPr>
          <p:grpSp>
            <p:nvGrpSpPr>
              <p:cNvPr id="146" name="Group 145">
                <a:extLst>
                  <a:ext uri="{FF2B5EF4-FFF2-40B4-BE49-F238E27FC236}">
                    <a16:creationId xmlns:a16="http://schemas.microsoft.com/office/drawing/2014/main" id="{4200751B-2483-40F5-8C14-EF64034D45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173" name="Freeform 64">
                  <a:extLst>
                    <a:ext uri="{FF2B5EF4-FFF2-40B4-BE49-F238E27FC236}">
                      <a16:creationId xmlns:a16="http://schemas.microsoft.com/office/drawing/2014/main" id="{A9677C6B-C435-43E3-BF18-DC35709C972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4" name="Freeform 81">
                  <a:extLst>
                    <a:ext uri="{FF2B5EF4-FFF2-40B4-BE49-F238E27FC236}">
                      <a16:creationId xmlns:a16="http://schemas.microsoft.com/office/drawing/2014/main" id="{56E374F1-3376-4D82-B66C-A0588A30F02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5" name="Freeform 61">
                  <a:extLst>
                    <a:ext uri="{FF2B5EF4-FFF2-40B4-BE49-F238E27FC236}">
                      <a16:creationId xmlns:a16="http://schemas.microsoft.com/office/drawing/2014/main" id="{979B4E97-34CE-4034-8523-F1584A03448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6" name="Freeform 78">
                  <a:extLst>
                    <a:ext uri="{FF2B5EF4-FFF2-40B4-BE49-F238E27FC236}">
                      <a16:creationId xmlns:a16="http://schemas.microsoft.com/office/drawing/2014/main" id="{F4C4EFFF-E30B-4F0B-9ED4-FF63047DCBD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7" name="Freeform 84">
                  <a:extLst>
                    <a:ext uri="{FF2B5EF4-FFF2-40B4-BE49-F238E27FC236}">
                      <a16:creationId xmlns:a16="http://schemas.microsoft.com/office/drawing/2014/main" id="{173FDB7E-F5CA-497D-95CF-7A00D6789CF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8" name="Freeform 87">
                  <a:extLst>
                    <a:ext uri="{FF2B5EF4-FFF2-40B4-BE49-F238E27FC236}">
                      <a16:creationId xmlns:a16="http://schemas.microsoft.com/office/drawing/2014/main" id="{42266BB1-5605-4F64-B071-80A97BAD9C3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9" name="Freeform 60">
                  <a:extLst>
                    <a:ext uri="{FF2B5EF4-FFF2-40B4-BE49-F238E27FC236}">
                      <a16:creationId xmlns:a16="http://schemas.microsoft.com/office/drawing/2014/main" id="{90D15A2A-0F2D-4AB8-8252-303BA5DB3B0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0" name="Freeform 59">
                  <a:extLst>
                    <a:ext uri="{FF2B5EF4-FFF2-40B4-BE49-F238E27FC236}">
                      <a16:creationId xmlns:a16="http://schemas.microsoft.com/office/drawing/2014/main" id="{E676282C-5FCF-4E29-AE15-2545F1A685E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1" name="Freeform 62">
                  <a:extLst>
                    <a:ext uri="{FF2B5EF4-FFF2-40B4-BE49-F238E27FC236}">
                      <a16:creationId xmlns:a16="http://schemas.microsoft.com/office/drawing/2014/main" id="{AF7EC2A1-EAFC-4851-A4E3-47811C4456B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2" name="Freeform 65">
                  <a:extLst>
                    <a:ext uri="{FF2B5EF4-FFF2-40B4-BE49-F238E27FC236}">
                      <a16:creationId xmlns:a16="http://schemas.microsoft.com/office/drawing/2014/main" id="{6F9BD94B-F299-45D3-B66E-F20FBC9246D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3" name="Freeform 79">
                  <a:extLst>
                    <a:ext uri="{FF2B5EF4-FFF2-40B4-BE49-F238E27FC236}">
                      <a16:creationId xmlns:a16="http://schemas.microsoft.com/office/drawing/2014/main" id="{50E616C9-EAB1-4990-B569-17C6CB08891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4" name="Freeform 82">
                  <a:extLst>
                    <a:ext uri="{FF2B5EF4-FFF2-40B4-BE49-F238E27FC236}">
                      <a16:creationId xmlns:a16="http://schemas.microsoft.com/office/drawing/2014/main" id="{2F983FB0-2CC2-4D5F-A331-4130F138E91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5" name="Freeform 85">
                  <a:extLst>
                    <a:ext uri="{FF2B5EF4-FFF2-40B4-BE49-F238E27FC236}">
                      <a16:creationId xmlns:a16="http://schemas.microsoft.com/office/drawing/2014/main" id="{B1ABC269-0802-4C4A-9E57-6F876F122C8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6" name="Freeform 88">
                  <a:extLst>
                    <a:ext uri="{FF2B5EF4-FFF2-40B4-BE49-F238E27FC236}">
                      <a16:creationId xmlns:a16="http://schemas.microsoft.com/office/drawing/2014/main" id="{233153AF-C5CF-40DD-9E5E-9B84272F467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grpSp>
              <p:nvGrpSpPr>
                <p:cNvPr id="187" name="Group 186">
                  <a:extLst>
                    <a:ext uri="{FF2B5EF4-FFF2-40B4-BE49-F238E27FC236}">
                      <a16:creationId xmlns:a16="http://schemas.microsoft.com/office/drawing/2014/main" id="{95E220B7-17F2-4748-A337-3B8D5886038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188" name="Line 63">
                    <a:extLst>
                      <a:ext uri="{FF2B5EF4-FFF2-40B4-BE49-F238E27FC236}">
                        <a16:creationId xmlns:a16="http://schemas.microsoft.com/office/drawing/2014/main" id="{63DC02CB-E162-45FD-AF68-0A1DB537F40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9" name="Line 66">
                    <a:extLst>
                      <a:ext uri="{FF2B5EF4-FFF2-40B4-BE49-F238E27FC236}">
                        <a16:creationId xmlns:a16="http://schemas.microsoft.com/office/drawing/2014/main" id="{4D9CBADA-7016-4987-B723-F7AE8E2E574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90" name="Line 67">
                    <a:extLst>
                      <a:ext uri="{FF2B5EF4-FFF2-40B4-BE49-F238E27FC236}">
                        <a16:creationId xmlns:a16="http://schemas.microsoft.com/office/drawing/2014/main" id="{1DCEDCA0-F979-4B3C-A0CA-F98F2DEE892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91" name="Line 80">
                    <a:extLst>
                      <a:ext uri="{FF2B5EF4-FFF2-40B4-BE49-F238E27FC236}">
                        <a16:creationId xmlns:a16="http://schemas.microsoft.com/office/drawing/2014/main" id="{1B701ADB-B6EB-4BED-8D15-F358A67EC9F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92" name="Line 83">
                    <a:extLst>
                      <a:ext uri="{FF2B5EF4-FFF2-40B4-BE49-F238E27FC236}">
                        <a16:creationId xmlns:a16="http://schemas.microsoft.com/office/drawing/2014/main" id="{239EB39D-EF7A-4284-83B8-904957045D8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93" name="Line 86">
                    <a:extLst>
                      <a:ext uri="{FF2B5EF4-FFF2-40B4-BE49-F238E27FC236}">
                        <a16:creationId xmlns:a16="http://schemas.microsoft.com/office/drawing/2014/main" id="{59413AC3-6F9D-431E-8136-F15C0FCA62A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94" name="Line 89">
                    <a:extLst>
                      <a:ext uri="{FF2B5EF4-FFF2-40B4-BE49-F238E27FC236}">
                        <a16:creationId xmlns:a16="http://schemas.microsoft.com/office/drawing/2014/main" id="{987DF8D6-E53D-4C41-B339-1E5094638FA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47" name="Group 146">
                <a:extLst>
                  <a:ext uri="{FF2B5EF4-FFF2-40B4-BE49-F238E27FC236}">
                    <a16:creationId xmlns:a16="http://schemas.microsoft.com/office/drawing/2014/main" id="{66036562-1199-405F-B95A-C3A543B5DB4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C4C4997E-6944-4940-8B33-92DB90BCE3A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169" name="Straight Connector 168">
                    <a:extLst>
                      <a:ext uri="{FF2B5EF4-FFF2-40B4-BE49-F238E27FC236}">
                        <a16:creationId xmlns:a16="http://schemas.microsoft.com/office/drawing/2014/main" id="{0A44DA53-5DA1-44E2-8EB4-F53CC84C9F2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0" name="Straight Connector 169">
                    <a:extLst>
                      <a:ext uri="{FF2B5EF4-FFF2-40B4-BE49-F238E27FC236}">
                        <a16:creationId xmlns:a16="http://schemas.microsoft.com/office/drawing/2014/main" id="{F072B3FF-FEA5-46BC-8627-9B46C5F3967D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71" name="Rectangle 30">
                    <a:extLst>
                      <a:ext uri="{FF2B5EF4-FFF2-40B4-BE49-F238E27FC236}">
                        <a16:creationId xmlns:a16="http://schemas.microsoft.com/office/drawing/2014/main" id="{FB18587D-1BDA-4D28-9B48-3C37C764B66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2" name="Rectangle 30">
                    <a:extLst>
                      <a:ext uri="{FF2B5EF4-FFF2-40B4-BE49-F238E27FC236}">
                        <a16:creationId xmlns:a16="http://schemas.microsoft.com/office/drawing/2014/main" id="{8CFE033B-F34F-4836-B6F3-93E6C7D9C5C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66" name="Group 165">
                  <a:extLst>
                    <a:ext uri="{FF2B5EF4-FFF2-40B4-BE49-F238E27FC236}">
                      <a16:creationId xmlns:a16="http://schemas.microsoft.com/office/drawing/2014/main" id="{07F79761-CFAA-4330-8067-31EC1DC3E16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167" name="Freeform: Shape 166">
                    <a:extLst>
                      <a:ext uri="{FF2B5EF4-FFF2-40B4-BE49-F238E27FC236}">
                        <a16:creationId xmlns:a16="http://schemas.microsoft.com/office/drawing/2014/main" id="{8A0BC496-427B-4836-B989-97B0673D8F5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68" name="Freeform: Shape 167">
                    <a:extLst>
                      <a:ext uri="{FF2B5EF4-FFF2-40B4-BE49-F238E27FC236}">
                        <a16:creationId xmlns:a16="http://schemas.microsoft.com/office/drawing/2014/main" id="{A0D554E1-33ED-415C-BF15-FC38D2E33C7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148" name="Group 147">
                <a:extLst>
                  <a:ext uri="{FF2B5EF4-FFF2-40B4-BE49-F238E27FC236}">
                    <a16:creationId xmlns:a16="http://schemas.microsoft.com/office/drawing/2014/main" id="{D1F1EE7D-C5FF-46EA-AB9C-94E1F2D9B73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161" name="Group 160">
                  <a:extLst>
                    <a:ext uri="{FF2B5EF4-FFF2-40B4-BE49-F238E27FC236}">
                      <a16:creationId xmlns:a16="http://schemas.microsoft.com/office/drawing/2014/main" id="{2AC2FE37-AED7-4C81-A52E-FD105C1BDA8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163" name="Freeform 68">
                    <a:extLst>
                      <a:ext uri="{FF2B5EF4-FFF2-40B4-BE49-F238E27FC236}">
                        <a16:creationId xmlns:a16="http://schemas.microsoft.com/office/drawing/2014/main" id="{AB34FC05-3259-4BE2-8DA9-91435FAFCE7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64" name="Freeform 69">
                    <a:extLst>
                      <a:ext uri="{FF2B5EF4-FFF2-40B4-BE49-F238E27FC236}">
                        <a16:creationId xmlns:a16="http://schemas.microsoft.com/office/drawing/2014/main" id="{AC11598E-3FD2-47F3-8E57-D5D6130DBC3D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162" name="Line 70">
                  <a:extLst>
                    <a:ext uri="{FF2B5EF4-FFF2-40B4-BE49-F238E27FC236}">
                      <a16:creationId xmlns:a16="http://schemas.microsoft.com/office/drawing/2014/main" id="{37D098FA-73CF-44E6-B612-7DE664E5DE0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49" name="Group 148">
                <a:extLst>
                  <a:ext uri="{FF2B5EF4-FFF2-40B4-BE49-F238E27FC236}">
                    <a16:creationId xmlns:a16="http://schemas.microsoft.com/office/drawing/2014/main" id="{66672930-1A30-4508-A9D2-FA4271C6B1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11158635" y="5515533"/>
                <a:ext cx="317159" cy="932400"/>
                <a:chOff x="6376988" y="280988"/>
                <a:chExt cx="633413" cy="1862138"/>
              </a:xfrm>
            </p:grpSpPr>
            <p:sp>
              <p:nvSpPr>
                <p:cNvPr id="158" name="Freeform 68">
                  <a:extLst>
                    <a:ext uri="{FF2B5EF4-FFF2-40B4-BE49-F238E27FC236}">
                      <a16:creationId xmlns:a16="http://schemas.microsoft.com/office/drawing/2014/main" id="{174F3D5B-9943-4A8B-8699-ABB2B7991B8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376988" y="280988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9" name="Freeform 69">
                  <a:extLst>
                    <a:ext uri="{FF2B5EF4-FFF2-40B4-BE49-F238E27FC236}">
                      <a16:creationId xmlns:a16="http://schemas.microsoft.com/office/drawing/2014/main" id="{6834DCA2-951C-4A9B-8490-5C7BD0FFBB9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696076" y="280988"/>
                  <a:ext cx="314325" cy="1419225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0" name="Line 70">
                  <a:extLst>
                    <a:ext uri="{FF2B5EF4-FFF2-40B4-BE49-F238E27FC236}">
                      <a16:creationId xmlns:a16="http://schemas.microsoft.com/office/drawing/2014/main" id="{316B6CF4-BCF3-4765-B744-A1EB5A76D33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696076" y="280988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50" name="Group 149">
                <a:extLst>
                  <a:ext uri="{FF2B5EF4-FFF2-40B4-BE49-F238E27FC236}">
                    <a16:creationId xmlns:a16="http://schemas.microsoft.com/office/drawing/2014/main" id="{BAD99054-FC47-4391-9369-B309A0AA258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51633" y="4274501"/>
                <a:ext cx="903599" cy="2160000"/>
                <a:chOff x="9057947" y="3423463"/>
                <a:chExt cx="903599" cy="2160000"/>
              </a:xfrm>
            </p:grpSpPr>
            <p:grpSp>
              <p:nvGrpSpPr>
                <p:cNvPr id="151" name="Group 150">
                  <a:extLst>
                    <a:ext uri="{FF2B5EF4-FFF2-40B4-BE49-F238E27FC236}">
                      <a16:creationId xmlns:a16="http://schemas.microsoft.com/office/drawing/2014/main" id="{1A1CDB94-FE6F-4AAC-94D9-DDCEC703B12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9057947" y="3432856"/>
                  <a:ext cx="903599" cy="1872461"/>
                  <a:chOff x="10538626" y="3165838"/>
                  <a:chExt cx="936000" cy="1939601"/>
                </a:xfrm>
              </p:grpSpPr>
              <p:sp>
                <p:nvSpPr>
                  <p:cNvPr id="156" name="Freeform: Shape 155">
                    <a:extLst>
                      <a:ext uri="{FF2B5EF4-FFF2-40B4-BE49-F238E27FC236}">
                        <a16:creationId xmlns:a16="http://schemas.microsoft.com/office/drawing/2014/main" id="{99B22DCB-54E6-4769-9DD7-3736B4041B2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10538626" y="3183996"/>
                    <a:ext cx="453600" cy="1920288"/>
                  </a:xfrm>
                  <a:custGeom>
                    <a:avLst/>
                    <a:gdLst>
                      <a:gd name="connsiteX0" fmla="*/ 453600 w 453600"/>
                      <a:gd name="connsiteY0" fmla="*/ 0 h 1920288"/>
                      <a:gd name="connsiteX1" fmla="*/ 453600 w 453600"/>
                      <a:gd name="connsiteY1" fmla="*/ 1920288 h 1920288"/>
                      <a:gd name="connsiteX2" fmla="*/ 384059 w 453600"/>
                      <a:gd name="connsiteY2" fmla="*/ 1914152 h 1920288"/>
                      <a:gd name="connsiteX3" fmla="*/ 9354 w 453600"/>
                      <a:gd name="connsiteY3" fmla="*/ 1548700 h 1920288"/>
                      <a:gd name="connsiteX4" fmla="*/ 0 w 453600"/>
                      <a:gd name="connsiteY4" fmla="*/ 1455902 h 1920288"/>
                      <a:gd name="connsiteX5" fmla="*/ 146 w 453600"/>
                      <a:gd name="connsiteY5" fmla="*/ 1451885 h 1920288"/>
                      <a:gd name="connsiteX6" fmla="*/ 145 w 453600"/>
                      <a:gd name="connsiteY6" fmla="*/ 1451885 h 1920288"/>
                      <a:gd name="connsiteX7" fmla="*/ 7358 w 453600"/>
                      <a:gd name="connsiteY7" fmla="*/ 1253678 h 1920288"/>
                      <a:gd name="connsiteX8" fmla="*/ 424671 w 453600"/>
                      <a:gd name="connsiteY8" fmla="*/ 36480 h 1920288"/>
                      <a:gd name="connsiteX9" fmla="*/ 453600 w 453600"/>
                      <a:gd name="connsiteY9" fmla="*/ 0 h 1920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453600" h="1920288">
                        <a:moveTo>
                          <a:pt x="453600" y="0"/>
                        </a:moveTo>
                        <a:lnTo>
                          <a:pt x="453600" y="1920288"/>
                        </a:lnTo>
                        <a:lnTo>
                          <a:pt x="384059" y="1914152"/>
                        </a:lnTo>
                        <a:cubicBezTo>
                          <a:pt x="196308" y="1880615"/>
                          <a:pt x="47443" y="1734834"/>
                          <a:pt x="9354" y="1548700"/>
                        </a:cubicBezTo>
                        <a:lnTo>
                          <a:pt x="0" y="1455902"/>
                        </a:lnTo>
                        <a:lnTo>
                          <a:pt x="146" y="1451885"/>
                        </a:lnTo>
                        <a:lnTo>
                          <a:pt x="145" y="1451885"/>
                        </a:lnTo>
                        <a:lnTo>
                          <a:pt x="7358" y="1253678"/>
                        </a:lnTo>
                        <a:cubicBezTo>
                          <a:pt x="42019" y="780132"/>
                          <a:pt x="195015" y="355125"/>
                          <a:pt x="424671" y="36480"/>
                        </a:cubicBezTo>
                        <a:lnTo>
                          <a:pt x="453600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57" name="Freeform: Shape 156">
                    <a:extLst>
                      <a:ext uri="{FF2B5EF4-FFF2-40B4-BE49-F238E27FC236}">
                        <a16:creationId xmlns:a16="http://schemas.microsoft.com/office/drawing/2014/main" id="{67DA3C33-5733-4571-AD7C-F9D7447D184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10992226" y="3165838"/>
                    <a:ext cx="482400" cy="1939601"/>
                  </a:xfrm>
                  <a:custGeom>
                    <a:avLst/>
                    <a:gdLst>
                      <a:gd name="connsiteX0" fmla="*/ 14399 w 482400"/>
                      <a:gd name="connsiteY0" fmla="*/ 0 h 1939601"/>
                      <a:gd name="connsiteX1" fmla="*/ 14399 w 482400"/>
                      <a:gd name="connsiteY1" fmla="*/ 689615 h 1939601"/>
                      <a:gd name="connsiteX2" fmla="*/ 14400 w 482400"/>
                      <a:gd name="connsiteY2" fmla="*/ 689615 h 1939601"/>
                      <a:gd name="connsiteX3" fmla="*/ 14401 w 482400"/>
                      <a:gd name="connsiteY3" fmla="*/ 689615 h 1939601"/>
                      <a:gd name="connsiteX4" fmla="*/ 14401 w 482400"/>
                      <a:gd name="connsiteY4" fmla="*/ 0 h 1939601"/>
                      <a:gd name="connsiteX5" fmla="*/ 57729 w 482400"/>
                      <a:gd name="connsiteY5" fmla="*/ 54638 h 1939601"/>
                      <a:gd name="connsiteX6" fmla="*/ 475042 w 482400"/>
                      <a:gd name="connsiteY6" fmla="*/ 1271836 h 1939601"/>
                      <a:gd name="connsiteX7" fmla="*/ 482255 w 482400"/>
                      <a:gd name="connsiteY7" fmla="*/ 1470043 h 1939601"/>
                      <a:gd name="connsiteX8" fmla="*/ 482254 w 482400"/>
                      <a:gd name="connsiteY8" fmla="*/ 1470043 h 1939601"/>
                      <a:gd name="connsiteX9" fmla="*/ 482400 w 482400"/>
                      <a:gd name="connsiteY9" fmla="*/ 1474060 h 1939601"/>
                      <a:gd name="connsiteX10" fmla="*/ 473046 w 482400"/>
                      <a:gd name="connsiteY10" fmla="*/ 1566858 h 1939601"/>
                      <a:gd name="connsiteX11" fmla="*/ 15706 w 482400"/>
                      <a:gd name="connsiteY11" fmla="*/ 1939601 h 1939601"/>
                      <a:gd name="connsiteX12" fmla="*/ 14400 w 482400"/>
                      <a:gd name="connsiteY12" fmla="*/ 1939469 h 1939601"/>
                      <a:gd name="connsiteX13" fmla="*/ 13094 w 482400"/>
                      <a:gd name="connsiteY13" fmla="*/ 1939601 h 1939601"/>
                      <a:gd name="connsiteX14" fmla="*/ 0 w 482400"/>
                      <a:gd name="connsiteY14" fmla="*/ 1938446 h 1939601"/>
                      <a:gd name="connsiteX15" fmla="*/ 0 w 482400"/>
                      <a:gd name="connsiteY15" fmla="*/ 18158 h 1939601"/>
                      <a:gd name="connsiteX16" fmla="*/ 14399 w 482400"/>
                      <a:gd name="connsiteY16" fmla="*/ 0 h 19396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482400" h="1939601">
                        <a:moveTo>
                          <a:pt x="14399" y="0"/>
                        </a:moveTo>
                        <a:lnTo>
                          <a:pt x="14399" y="689615"/>
                        </a:lnTo>
                        <a:lnTo>
                          <a:pt x="14400" y="689615"/>
                        </a:lnTo>
                        <a:lnTo>
                          <a:pt x="14401" y="689615"/>
                        </a:lnTo>
                        <a:lnTo>
                          <a:pt x="14401" y="0"/>
                        </a:lnTo>
                        <a:lnTo>
                          <a:pt x="57729" y="54638"/>
                        </a:lnTo>
                        <a:cubicBezTo>
                          <a:pt x="287385" y="373283"/>
                          <a:pt x="440381" y="798290"/>
                          <a:pt x="475042" y="1271836"/>
                        </a:cubicBezTo>
                        <a:lnTo>
                          <a:pt x="482255" y="1470043"/>
                        </a:lnTo>
                        <a:lnTo>
                          <a:pt x="482254" y="1470043"/>
                        </a:lnTo>
                        <a:lnTo>
                          <a:pt x="482400" y="1474060"/>
                        </a:lnTo>
                        <a:lnTo>
                          <a:pt x="473046" y="1566858"/>
                        </a:lnTo>
                        <a:cubicBezTo>
                          <a:pt x="429516" y="1779582"/>
                          <a:pt x="241298" y="1939601"/>
                          <a:pt x="15706" y="1939601"/>
                        </a:cubicBezTo>
                        <a:lnTo>
                          <a:pt x="14400" y="1939469"/>
                        </a:lnTo>
                        <a:lnTo>
                          <a:pt x="13094" y="1939601"/>
                        </a:lnTo>
                        <a:lnTo>
                          <a:pt x="0" y="1938446"/>
                        </a:lnTo>
                        <a:lnTo>
                          <a:pt x="0" y="18158"/>
                        </a:lnTo>
                        <a:lnTo>
                          <a:pt x="14399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52" name="Group 151">
                  <a:extLst>
                    <a:ext uri="{FF2B5EF4-FFF2-40B4-BE49-F238E27FC236}">
                      <a16:creationId xmlns:a16="http://schemas.microsoft.com/office/drawing/2014/main" id="{DEACDE3F-3571-479B-8545-A0EB157DFB7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9210264" y="3423463"/>
                  <a:ext cx="597126" cy="2160000"/>
                  <a:chOff x="9210264" y="3423463"/>
                  <a:chExt cx="597126" cy="2160000"/>
                </a:xfrm>
              </p:grpSpPr>
              <p:cxnSp>
                <p:nvCxnSpPr>
                  <p:cNvPr id="153" name="Straight Connector 152">
                    <a:extLst>
                      <a:ext uri="{FF2B5EF4-FFF2-40B4-BE49-F238E27FC236}">
                        <a16:creationId xmlns:a16="http://schemas.microsoft.com/office/drawing/2014/main" id="{0EBC688C-242B-4AF8-9A28-74C5D3A7DD7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>
                    <a:off x="9508827" y="3423463"/>
                    <a:ext cx="0" cy="216000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54" name="Rectangle 5">
                    <a:extLst>
                      <a:ext uri="{FF2B5EF4-FFF2-40B4-BE49-F238E27FC236}">
                        <a16:creationId xmlns:a16="http://schemas.microsoft.com/office/drawing/2014/main" id="{C4C8C45C-CEB8-4DEA-A7C9-8028747D4C2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2700000">
                    <a:off x="9210264" y="4162845"/>
                    <a:ext cx="597126" cy="597126"/>
                  </a:xfrm>
                  <a:custGeom>
                    <a:avLst/>
                    <a:gdLst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0 w 1239398"/>
                      <a:gd name="connsiteY4" fmla="*/ 0 h 1239398"/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91440 w 1239398"/>
                      <a:gd name="connsiteY4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  <a:gd name="connsiteX3" fmla="*/ 91440 w 1239398"/>
                      <a:gd name="connsiteY3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239398" h="1239398">
                        <a:moveTo>
                          <a:pt x="1239398" y="0"/>
                        </a:moveTo>
                        <a:lnTo>
                          <a:pt x="1239398" y="1239398"/>
                        </a:lnTo>
                        <a:lnTo>
                          <a:pt x="0" y="1239398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5" name="Rectangle 5">
                    <a:extLst>
                      <a:ext uri="{FF2B5EF4-FFF2-40B4-BE49-F238E27FC236}">
                        <a16:creationId xmlns:a16="http://schemas.microsoft.com/office/drawing/2014/main" id="{7FC624AF-D992-41C1-A403-A0A4731BE06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2700000">
                    <a:off x="9297710" y="3747070"/>
                    <a:ext cx="422234" cy="422234"/>
                  </a:xfrm>
                  <a:custGeom>
                    <a:avLst/>
                    <a:gdLst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0 w 1239398"/>
                      <a:gd name="connsiteY4" fmla="*/ 0 h 1239398"/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91440 w 1239398"/>
                      <a:gd name="connsiteY4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  <a:gd name="connsiteX3" fmla="*/ 91440 w 1239398"/>
                      <a:gd name="connsiteY3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239398" h="1239398">
                        <a:moveTo>
                          <a:pt x="1239398" y="0"/>
                        </a:moveTo>
                        <a:lnTo>
                          <a:pt x="1239398" y="1239398"/>
                        </a:lnTo>
                        <a:lnTo>
                          <a:pt x="0" y="1239398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</p:grp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F63171A4-E846-4A64-8292-3ED3583B6D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 flipH="1">
              <a:off x="2171191" y="712681"/>
              <a:ext cx="5539609" cy="5682348"/>
              <a:chOff x="6623433" y="457964"/>
              <a:chExt cx="5539609" cy="5682348"/>
            </a:xfrm>
          </p:grpSpPr>
          <p:grpSp>
            <p:nvGrpSpPr>
              <p:cNvPr id="97" name="Group 96">
                <a:extLst>
                  <a:ext uri="{FF2B5EF4-FFF2-40B4-BE49-F238E27FC236}">
                    <a16:creationId xmlns:a16="http://schemas.microsoft.com/office/drawing/2014/main" id="{E59C66F3-BAB8-46AB-849B-0BC14A74B8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124" name="Freeform 64">
                  <a:extLst>
                    <a:ext uri="{FF2B5EF4-FFF2-40B4-BE49-F238E27FC236}">
                      <a16:creationId xmlns:a16="http://schemas.microsoft.com/office/drawing/2014/main" id="{68CD087B-52FF-4F11-A251-6F6A6B9093A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5" name="Freeform 81">
                  <a:extLst>
                    <a:ext uri="{FF2B5EF4-FFF2-40B4-BE49-F238E27FC236}">
                      <a16:creationId xmlns:a16="http://schemas.microsoft.com/office/drawing/2014/main" id="{7FD7CD23-A1FC-41E8-A563-0B0A87A8FC8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6" name="Freeform 61">
                  <a:extLst>
                    <a:ext uri="{FF2B5EF4-FFF2-40B4-BE49-F238E27FC236}">
                      <a16:creationId xmlns:a16="http://schemas.microsoft.com/office/drawing/2014/main" id="{A3A34481-695D-470B-9A01-A047EAA615B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7" name="Freeform 78">
                  <a:extLst>
                    <a:ext uri="{FF2B5EF4-FFF2-40B4-BE49-F238E27FC236}">
                      <a16:creationId xmlns:a16="http://schemas.microsoft.com/office/drawing/2014/main" id="{5B26EEFA-6CAA-4BF6-B4BD-7C083D59BF3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8" name="Freeform 84">
                  <a:extLst>
                    <a:ext uri="{FF2B5EF4-FFF2-40B4-BE49-F238E27FC236}">
                      <a16:creationId xmlns:a16="http://schemas.microsoft.com/office/drawing/2014/main" id="{61976329-310A-4F70-B22C-F032D4BF7E3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9" name="Freeform 87">
                  <a:extLst>
                    <a:ext uri="{FF2B5EF4-FFF2-40B4-BE49-F238E27FC236}">
                      <a16:creationId xmlns:a16="http://schemas.microsoft.com/office/drawing/2014/main" id="{0A0DA1ED-70C5-4D8F-B61F-F6E9E07D595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0" name="Freeform 60">
                  <a:extLst>
                    <a:ext uri="{FF2B5EF4-FFF2-40B4-BE49-F238E27FC236}">
                      <a16:creationId xmlns:a16="http://schemas.microsoft.com/office/drawing/2014/main" id="{EDF58541-8ECC-487F-96C7-3267D0F9C8C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1" name="Freeform 59">
                  <a:extLst>
                    <a:ext uri="{FF2B5EF4-FFF2-40B4-BE49-F238E27FC236}">
                      <a16:creationId xmlns:a16="http://schemas.microsoft.com/office/drawing/2014/main" id="{D1DAAA62-5552-4436-97D9-353F629E8AB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2" name="Freeform 62">
                  <a:extLst>
                    <a:ext uri="{FF2B5EF4-FFF2-40B4-BE49-F238E27FC236}">
                      <a16:creationId xmlns:a16="http://schemas.microsoft.com/office/drawing/2014/main" id="{EBA1BB6B-72EF-4525-89A1-FC5BE70D71B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3" name="Freeform 65">
                  <a:extLst>
                    <a:ext uri="{FF2B5EF4-FFF2-40B4-BE49-F238E27FC236}">
                      <a16:creationId xmlns:a16="http://schemas.microsoft.com/office/drawing/2014/main" id="{D3BD4012-93F7-424A-9146-8E7E831D9E7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4" name="Freeform 79">
                  <a:extLst>
                    <a:ext uri="{FF2B5EF4-FFF2-40B4-BE49-F238E27FC236}">
                      <a16:creationId xmlns:a16="http://schemas.microsoft.com/office/drawing/2014/main" id="{A2E36983-6A8E-4C78-AA27-363C0D676C8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5" name="Freeform 82">
                  <a:extLst>
                    <a:ext uri="{FF2B5EF4-FFF2-40B4-BE49-F238E27FC236}">
                      <a16:creationId xmlns:a16="http://schemas.microsoft.com/office/drawing/2014/main" id="{AB2380FC-F201-44F0-A531-1402201E4EB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6" name="Freeform 85">
                  <a:extLst>
                    <a:ext uri="{FF2B5EF4-FFF2-40B4-BE49-F238E27FC236}">
                      <a16:creationId xmlns:a16="http://schemas.microsoft.com/office/drawing/2014/main" id="{737C3A27-BD47-4E93-A1E3-33B902DD068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7" name="Freeform 88">
                  <a:extLst>
                    <a:ext uri="{FF2B5EF4-FFF2-40B4-BE49-F238E27FC236}">
                      <a16:creationId xmlns:a16="http://schemas.microsoft.com/office/drawing/2014/main" id="{C257BCC6-B88D-4C3B-BEFD-25D320F39CF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grpSp>
              <p:nvGrpSpPr>
                <p:cNvPr id="138" name="Group 137">
                  <a:extLst>
                    <a:ext uri="{FF2B5EF4-FFF2-40B4-BE49-F238E27FC236}">
                      <a16:creationId xmlns:a16="http://schemas.microsoft.com/office/drawing/2014/main" id="{0519964D-597A-4E0C-B66C-89D30B8582B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139" name="Line 63">
                    <a:extLst>
                      <a:ext uri="{FF2B5EF4-FFF2-40B4-BE49-F238E27FC236}">
                        <a16:creationId xmlns:a16="http://schemas.microsoft.com/office/drawing/2014/main" id="{A31BADE6-3732-4787-8841-96E8F05C0A9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40" name="Line 66">
                    <a:extLst>
                      <a:ext uri="{FF2B5EF4-FFF2-40B4-BE49-F238E27FC236}">
                        <a16:creationId xmlns:a16="http://schemas.microsoft.com/office/drawing/2014/main" id="{447ED593-61E3-4BD7-8984-7FE5621549D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41" name="Line 67">
                    <a:extLst>
                      <a:ext uri="{FF2B5EF4-FFF2-40B4-BE49-F238E27FC236}">
                        <a16:creationId xmlns:a16="http://schemas.microsoft.com/office/drawing/2014/main" id="{6AD98272-0FC0-49AC-9877-8D2BAA5148B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42" name="Line 80">
                    <a:extLst>
                      <a:ext uri="{FF2B5EF4-FFF2-40B4-BE49-F238E27FC236}">
                        <a16:creationId xmlns:a16="http://schemas.microsoft.com/office/drawing/2014/main" id="{D54770D9-48C7-4C76-9F40-65C9B9C05CE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43" name="Line 83">
                    <a:extLst>
                      <a:ext uri="{FF2B5EF4-FFF2-40B4-BE49-F238E27FC236}">
                        <a16:creationId xmlns:a16="http://schemas.microsoft.com/office/drawing/2014/main" id="{4B9C1A3A-3DED-4CC1-820C-16B358DF9EC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44" name="Line 86">
                    <a:extLst>
                      <a:ext uri="{FF2B5EF4-FFF2-40B4-BE49-F238E27FC236}">
                        <a16:creationId xmlns:a16="http://schemas.microsoft.com/office/drawing/2014/main" id="{2404A56E-8A81-48CB-9AC4-2CB6EA55DD7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45" name="Line 89">
                    <a:extLst>
                      <a:ext uri="{FF2B5EF4-FFF2-40B4-BE49-F238E27FC236}">
                        <a16:creationId xmlns:a16="http://schemas.microsoft.com/office/drawing/2014/main" id="{6D6A743B-85A5-41A8-9664-D654620D25D3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98" name="Group 97">
                <a:extLst>
                  <a:ext uri="{FF2B5EF4-FFF2-40B4-BE49-F238E27FC236}">
                    <a16:creationId xmlns:a16="http://schemas.microsoft.com/office/drawing/2014/main" id="{23DAD9FD-AF99-4D89-9BC8-E6739BD17A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116" name="Group 115">
                  <a:extLst>
                    <a:ext uri="{FF2B5EF4-FFF2-40B4-BE49-F238E27FC236}">
                      <a16:creationId xmlns:a16="http://schemas.microsoft.com/office/drawing/2014/main" id="{D7170781-0173-4FAB-8358-42C469FC51A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120" name="Straight Connector 119">
                    <a:extLst>
                      <a:ext uri="{FF2B5EF4-FFF2-40B4-BE49-F238E27FC236}">
                        <a16:creationId xmlns:a16="http://schemas.microsoft.com/office/drawing/2014/main" id="{03C55E22-B879-4AE0-BC46-BA8A4E950C5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1" name="Straight Connector 120">
                    <a:extLst>
                      <a:ext uri="{FF2B5EF4-FFF2-40B4-BE49-F238E27FC236}">
                        <a16:creationId xmlns:a16="http://schemas.microsoft.com/office/drawing/2014/main" id="{AA07E073-1978-4DCC-9E5C-FF89EF524BF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22" name="Rectangle 30">
                    <a:extLst>
                      <a:ext uri="{FF2B5EF4-FFF2-40B4-BE49-F238E27FC236}">
                        <a16:creationId xmlns:a16="http://schemas.microsoft.com/office/drawing/2014/main" id="{5691F80E-D2E0-4E78-AA76-8D827AE4101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3" name="Rectangle 30">
                    <a:extLst>
                      <a:ext uri="{FF2B5EF4-FFF2-40B4-BE49-F238E27FC236}">
                        <a16:creationId xmlns:a16="http://schemas.microsoft.com/office/drawing/2014/main" id="{E34C55D1-5C55-44D3-9C26-E1951DA3937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17" name="Group 116">
                  <a:extLst>
                    <a:ext uri="{FF2B5EF4-FFF2-40B4-BE49-F238E27FC236}">
                      <a16:creationId xmlns:a16="http://schemas.microsoft.com/office/drawing/2014/main" id="{4C9CB0E6-07EF-4140-926D-D380C1A88EB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118" name="Freeform: Shape 117">
                    <a:extLst>
                      <a:ext uri="{FF2B5EF4-FFF2-40B4-BE49-F238E27FC236}">
                        <a16:creationId xmlns:a16="http://schemas.microsoft.com/office/drawing/2014/main" id="{263BBD78-504D-435B-8933-2C460DC38E7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9" name="Freeform: Shape 118">
                    <a:extLst>
                      <a:ext uri="{FF2B5EF4-FFF2-40B4-BE49-F238E27FC236}">
                        <a16:creationId xmlns:a16="http://schemas.microsoft.com/office/drawing/2014/main" id="{1AD78D29-1FCF-4E88-A958-924F701D5E4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99" name="Group 98">
                <a:extLst>
                  <a:ext uri="{FF2B5EF4-FFF2-40B4-BE49-F238E27FC236}">
                    <a16:creationId xmlns:a16="http://schemas.microsoft.com/office/drawing/2014/main" id="{EA551A3F-69EF-45CC-87F7-867808A3FAD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112" name="Group 111">
                  <a:extLst>
                    <a:ext uri="{FF2B5EF4-FFF2-40B4-BE49-F238E27FC236}">
                      <a16:creationId xmlns:a16="http://schemas.microsoft.com/office/drawing/2014/main" id="{12724B09-E74E-49FA-BB5D-583BB89B798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114" name="Freeform 68">
                    <a:extLst>
                      <a:ext uri="{FF2B5EF4-FFF2-40B4-BE49-F238E27FC236}">
                        <a16:creationId xmlns:a16="http://schemas.microsoft.com/office/drawing/2014/main" id="{DA2788BF-64AD-4328-8CB9-8C2C98CF54E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15" name="Freeform 69">
                    <a:extLst>
                      <a:ext uri="{FF2B5EF4-FFF2-40B4-BE49-F238E27FC236}">
                        <a16:creationId xmlns:a16="http://schemas.microsoft.com/office/drawing/2014/main" id="{D9591CB5-16C9-44FC-B125-529D33F91BF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113" name="Line 70">
                  <a:extLst>
                    <a:ext uri="{FF2B5EF4-FFF2-40B4-BE49-F238E27FC236}">
                      <a16:creationId xmlns:a16="http://schemas.microsoft.com/office/drawing/2014/main" id="{4F82A945-38F0-45AF-A28A-C6A0E6A2E7F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80FA6744-F48F-4652-86E5-BA3ABEF3227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11158635" y="5515533"/>
                <a:ext cx="317159" cy="932400"/>
                <a:chOff x="6376988" y="280988"/>
                <a:chExt cx="633413" cy="1862138"/>
              </a:xfrm>
            </p:grpSpPr>
            <p:sp>
              <p:nvSpPr>
                <p:cNvPr id="109" name="Freeform 68">
                  <a:extLst>
                    <a:ext uri="{FF2B5EF4-FFF2-40B4-BE49-F238E27FC236}">
                      <a16:creationId xmlns:a16="http://schemas.microsoft.com/office/drawing/2014/main" id="{FAC3DEAD-5797-4CA1-A8F2-3F487AAC6B1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376988" y="280988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0" name="Freeform 69">
                  <a:extLst>
                    <a:ext uri="{FF2B5EF4-FFF2-40B4-BE49-F238E27FC236}">
                      <a16:creationId xmlns:a16="http://schemas.microsoft.com/office/drawing/2014/main" id="{F9AF9D64-C9FB-4D32-993D-3423A2E55EE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696076" y="280988"/>
                  <a:ext cx="314325" cy="1419225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1" name="Line 70">
                  <a:extLst>
                    <a:ext uri="{FF2B5EF4-FFF2-40B4-BE49-F238E27FC236}">
                      <a16:creationId xmlns:a16="http://schemas.microsoft.com/office/drawing/2014/main" id="{9097AC72-422F-4CE0-A772-A63E2294ACD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696076" y="280988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id="{1A6B3F4D-48A0-4FC2-8720-2606D6AA04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51633" y="4274501"/>
                <a:ext cx="903599" cy="2160000"/>
                <a:chOff x="9057947" y="3423463"/>
                <a:chExt cx="903599" cy="2160000"/>
              </a:xfrm>
            </p:grpSpPr>
            <p:grpSp>
              <p:nvGrpSpPr>
                <p:cNvPr id="102" name="Group 101">
                  <a:extLst>
                    <a:ext uri="{FF2B5EF4-FFF2-40B4-BE49-F238E27FC236}">
                      <a16:creationId xmlns:a16="http://schemas.microsoft.com/office/drawing/2014/main" id="{67E4FA26-563D-4D19-BAEB-A370818E51A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9057947" y="3432856"/>
                  <a:ext cx="903599" cy="1872461"/>
                  <a:chOff x="10538626" y="3165838"/>
                  <a:chExt cx="936000" cy="1939601"/>
                </a:xfrm>
              </p:grpSpPr>
              <p:sp>
                <p:nvSpPr>
                  <p:cNvPr id="107" name="Freeform: Shape 106">
                    <a:extLst>
                      <a:ext uri="{FF2B5EF4-FFF2-40B4-BE49-F238E27FC236}">
                        <a16:creationId xmlns:a16="http://schemas.microsoft.com/office/drawing/2014/main" id="{03B51AAC-6B1D-43D1-8885-402653BA90F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10538626" y="3183996"/>
                    <a:ext cx="453600" cy="1920288"/>
                  </a:xfrm>
                  <a:custGeom>
                    <a:avLst/>
                    <a:gdLst>
                      <a:gd name="connsiteX0" fmla="*/ 453600 w 453600"/>
                      <a:gd name="connsiteY0" fmla="*/ 0 h 1920288"/>
                      <a:gd name="connsiteX1" fmla="*/ 453600 w 453600"/>
                      <a:gd name="connsiteY1" fmla="*/ 1920288 h 1920288"/>
                      <a:gd name="connsiteX2" fmla="*/ 384059 w 453600"/>
                      <a:gd name="connsiteY2" fmla="*/ 1914152 h 1920288"/>
                      <a:gd name="connsiteX3" fmla="*/ 9354 w 453600"/>
                      <a:gd name="connsiteY3" fmla="*/ 1548700 h 1920288"/>
                      <a:gd name="connsiteX4" fmla="*/ 0 w 453600"/>
                      <a:gd name="connsiteY4" fmla="*/ 1455902 h 1920288"/>
                      <a:gd name="connsiteX5" fmla="*/ 146 w 453600"/>
                      <a:gd name="connsiteY5" fmla="*/ 1451885 h 1920288"/>
                      <a:gd name="connsiteX6" fmla="*/ 145 w 453600"/>
                      <a:gd name="connsiteY6" fmla="*/ 1451885 h 1920288"/>
                      <a:gd name="connsiteX7" fmla="*/ 7358 w 453600"/>
                      <a:gd name="connsiteY7" fmla="*/ 1253678 h 1920288"/>
                      <a:gd name="connsiteX8" fmla="*/ 424671 w 453600"/>
                      <a:gd name="connsiteY8" fmla="*/ 36480 h 1920288"/>
                      <a:gd name="connsiteX9" fmla="*/ 453600 w 453600"/>
                      <a:gd name="connsiteY9" fmla="*/ 0 h 1920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453600" h="1920288">
                        <a:moveTo>
                          <a:pt x="453600" y="0"/>
                        </a:moveTo>
                        <a:lnTo>
                          <a:pt x="453600" y="1920288"/>
                        </a:lnTo>
                        <a:lnTo>
                          <a:pt x="384059" y="1914152"/>
                        </a:lnTo>
                        <a:cubicBezTo>
                          <a:pt x="196308" y="1880615"/>
                          <a:pt x="47443" y="1734834"/>
                          <a:pt x="9354" y="1548700"/>
                        </a:cubicBezTo>
                        <a:lnTo>
                          <a:pt x="0" y="1455902"/>
                        </a:lnTo>
                        <a:lnTo>
                          <a:pt x="146" y="1451885"/>
                        </a:lnTo>
                        <a:lnTo>
                          <a:pt x="145" y="1451885"/>
                        </a:lnTo>
                        <a:lnTo>
                          <a:pt x="7358" y="1253678"/>
                        </a:lnTo>
                        <a:cubicBezTo>
                          <a:pt x="42019" y="780132"/>
                          <a:pt x="195015" y="355125"/>
                          <a:pt x="424671" y="36480"/>
                        </a:cubicBezTo>
                        <a:lnTo>
                          <a:pt x="453600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08" name="Freeform: Shape 107">
                    <a:extLst>
                      <a:ext uri="{FF2B5EF4-FFF2-40B4-BE49-F238E27FC236}">
                        <a16:creationId xmlns:a16="http://schemas.microsoft.com/office/drawing/2014/main" id="{CF4180FB-7FBD-421F-A284-4C2CC61B384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10992226" y="3165838"/>
                    <a:ext cx="482400" cy="1939601"/>
                  </a:xfrm>
                  <a:custGeom>
                    <a:avLst/>
                    <a:gdLst>
                      <a:gd name="connsiteX0" fmla="*/ 14399 w 482400"/>
                      <a:gd name="connsiteY0" fmla="*/ 0 h 1939601"/>
                      <a:gd name="connsiteX1" fmla="*/ 14399 w 482400"/>
                      <a:gd name="connsiteY1" fmla="*/ 689615 h 1939601"/>
                      <a:gd name="connsiteX2" fmla="*/ 14400 w 482400"/>
                      <a:gd name="connsiteY2" fmla="*/ 689615 h 1939601"/>
                      <a:gd name="connsiteX3" fmla="*/ 14401 w 482400"/>
                      <a:gd name="connsiteY3" fmla="*/ 689615 h 1939601"/>
                      <a:gd name="connsiteX4" fmla="*/ 14401 w 482400"/>
                      <a:gd name="connsiteY4" fmla="*/ 0 h 1939601"/>
                      <a:gd name="connsiteX5" fmla="*/ 57729 w 482400"/>
                      <a:gd name="connsiteY5" fmla="*/ 54638 h 1939601"/>
                      <a:gd name="connsiteX6" fmla="*/ 475042 w 482400"/>
                      <a:gd name="connsiteY6" fmla="*/ 1271836 h 1939601"/>
                      <a:gd name="connsiteX7" fmla="*/ 482255 w 482400"/>
                      <a:gd name="connsiteY7" fmla="*/ 1470043 h 1939601"/>
                      <a:gd name="connsiteX8" fmla="*/ 482254 w 482400"/>
                      <a:gd name="connsiteY8" fmla="*/ 1470043 h 1939601"/>
                      <a:gd name="connsiteX9" fmla="*/ 482400 w 482400"/>
                      <a:gd name="connsiteY9" fmla="*/ 1474060 h 1939601"/>
                      <a:gd name="connsiteX10" fmla="*/ 473046 w 482400"/>
                      <a:gd name="connsiteY10" fmla="*/ 1566858 h 1939601"/>
                      <a:gd name="connsiteX11" fmla="*/ 15706 w 482400"/>
                      <a:gd name="connsiteY11" fmla="*/ 1939601 h 1939601"/>
                      <a:gd name="connsiteX12" fmla="*/ 14400 w 482400"/>
                      <a:gd name="connsiteY12" fmla="*/ 1939469 h 1939601"/>
                      <a:gd name="connsiteX13" fmla="*/ 13094 w 482400"/>
                      <a:gd name="connsiteY13" fmla="*/ 1939601 h 1939601"/>
                      <a:gd name="connsiteX14" fmla="*/ 0 w 482400"/>
                      <a:gd name="connsiteY14" fmla="*/ 1938446 h 1939601"/>
                      <a:gd name="connsiteX15" fmla="*/ 0 w 482400"/>
                      <a:gd name="connsiteY15" fmla="*/ 18158 h 1939601"/>
                      <a:gd name="connsiteX16" fmla="*/ 14399 w 482400"/>
                      <a:gd name="connsiteY16" fmla="*/ 0 h 19396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482400" h="1939601">
                        <a:moveTo>
                          <a:pt x="14399" y="0"/>
                        </a:moveTo>
                        <a:lnTo>
                          <a:pt x="14399" y="689615"/>
                        </a:lnTo>
                        <a:lnTo>
                          <a:pt x="14400" y="689615"/>
                        </a:lnTo>
                        <a:lnTo>
                          <a:pt x="14401" y="689615"/>
                        </a:lnTo>
                        <a:lnTo>
                          <a:pt x="14401" y="0"/>
                        </a:lnTo>
                        <a:lnTo>
                          <a:pt x="57729" y="54638"/>
                        </a:lnTo>
                        <a:cubicBezTo>
                          <a:pt x="287385" y="373283"/>
                          <a:pt x="440381" y="798290"/>
                          <a:pt x="475042" y="1271836"/>
                        </a:cubicBezTo>
                        <a:lnTo>
                          <a:pt x="482255" y="1470043"/>
                        </a:lnTo>
                        <a:lnTo>
                          <a:pt x="482254" y="1470043"/>
                        </a:lnTo>
                        <a:lnTo>
                          <a:pt x="482400" y="1474060"/>
                        </a:lnTo>
                        <a:lnTo>
                          <a:pt x="473046" y="1566858"/>
                        </a:lnTo>
                        <a:cubicBezTo>
                          <a:pt x="429516" y="1779582"/>
                          <a:pt x="241298" y="1939601"/>
                          <a:pt x="15706" y="1939601"/>
                        </a:cubicBezTo>
                        <a:lnTo>
                          <a:pt x="14400" y="1939469"/>
                        </a:lnTo>
                        <a:lnTo>
                          <a:pt x="13094" y="1939601"/>
                        </a:lnTo>
                        <a:lnTo>
                          <a:pt x="0" y="1938446"/>
                        </a:lnTo>
                        <a:lnTo>
                          <a:pt x="0" y="18158"/>
                        </a:lnTo>
                        <a:lnTo>
                          <a:pt x="14399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03" name="Group 102">
                  <a:extLst>
                    <a:ext uri="{FF2B5EF4-FFF2-40B4-BE49-F238E27FC236}">
                      <a16:creationId xmlns:a16="http://schemas.microsoft.com/office/drawing/2014/main" id="{28E615C5-6A2E-4BF3-A3A8-9061C5B1B84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9210264" y="3423463"/>
                  <a:ext cx="597126" cy="2160000"/>
                  <a:chOff x="9210264" y="3423463"/>
                  <a:chExt cx="597126" cy="2160000"/>
                </a:xfrm>
              </p:grpSpPr>
              <p:cxnSp>
                <p:nvCxnSpPr>
                  <p:cNvPr id="104" name="Straight Connector 103">
                    <a:extLst>
                      <a:ext uri="{FF2B5EF4-FFF2-40B4-BE49-F238E27FC236}">
                        <a16:creationId xmlns:a16="http://schemas.microsoft.com/office/drawing/2014/main" id="{B15A4CEB-6B8D-48C3-8484-3EC282A34A1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>
                    <a:off x="9508827" y="3423463"/>
                    <a:ext cx="0" cy="216000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5" name="Rectangle 5">
                    <a:extLst>
                      <a:ext uri="{FF2B5EF4-FFF2-40B4-BE49-F238E27FC236}">
                        <a16:creationId xmlns:a16="http://schemas.microsoft.com/office/drawing/2014/main" id="{38F7FD7D-E582-4214-B1B3-D289130553F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2700000">
                    <a:off x="9210264" y="4162845"/>
                    <a:ext cx="597126" cy="597126"/>
                  </a:xfrm>
                  <a:custGeom>
                    <a:avLst/>
                    <a:gdLst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0 w 1239398"/>
                      <a:gd name="connsiteY4" fmla="*/ 0 h 1239398"/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91440 w 1239398"/>
                      <a:gd name="connsiteY4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  <a:gd name="connsiteX3" fmla="*/ 91440 w 1239398"/>
                      <a:gd name="connsiteY3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239398" h="1239398">
                        <a:moveTo>
                          <a:pt x="1239398" y="0"/>
                        </a:moveTo>
                        <a:lnTo>
                          <a:pt x="1239398" y="1239398"/>
                        </a:lnTo>
                        <a:lnTo>
                          <a:pt x="0" y="1239398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6" name="Rectangle 5">
                    <a:extLst>
                      <a:ext uri="{FF2B5EF4-FFF2-40B4-BE49-F238E27FC236}">
                        <a16:creationId xmlns:a16="http://schemas.microsoft.com/office/drawing/2014/main" id="{B74D1DAC-C0D4-447E-8665-EAFF34F4E32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2700000">
                    <a:off x="9297710" y="3747070"/>
                    <a:ext cx="422234" cy="422234"/>
                  </a:xfrm>
                  <a:custGeom>
                    <a:avLst/>
                    <a:gdLst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0 w 1239398"/>
                      <a:gd name="connsiteY4" fmla="*/ 0 h 1239398"/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91440 w 1239398"/>
                      <a:gd name="connsiteY4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  <a:gd name="connsiteX3" fmla="*/ 91440 w 1239398"/>
                      <a:gd name="connsiteY3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239398" h="1239398">
                        <a:moveTo>
                          <a:pt x="1239398" y="0"/>
                        </a:moveTo>
                        <a:lnTo>
                          <a:pt x="1239398" y="1239398"/>
                        </a:lnTo>
                        <a:lnTo>
                          <a:pt x="0" y="1239398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</p:grpSp>
      </p:grp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8E5FA1-697B-6FB5-4F63-346DF5F1703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630067" y="3219450"/>
            <a:ext cx="4128934" cy="3092780"/>
          </a:xfrm>
        </p:spPr>
        <p:txBody>
          <a:bodyPr/>
          <a:lstStyle>
            <a:lvl1pPr marL="0" indent="0" algn="ctr">
              <a:buNone/>
              <a:defRPr lang="en-US" sz="2000" kern="1200" spc="50" dirty="0" smtClean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Calibri"/>
              </a:defRPr>
            </a:lvl1pPr>
            <a:lvl2pPr marL="360000" indent="0">
              <a:buNone/>
              <a:defRPr lang="en-US" sz="2000" kern="1200" spc="50" dirty="0" smtClean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Calibri"/>
              </a:defRPr>
            </a:lvl2pPr>
            <a:lvl3pPr marL="720000" indent="0">
              <a:buNone/>
              <a:defRPr lang="en-US" sz="2000" kern="1200" spc="50" dirty="0" smtClean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Calibri"/>
              </a:defRPr>
            </a:lvl3pPr>
            <a:lvl4pPr marL="1080000" indent="0">
              <a:buNone/>
              <a:defRPr lang="en-US" sz="2000" kern="1200" spc="50" dirty="0" smtClean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Calibri"/>
              </a:defRPr>
            </a:lvl4pPr>
            <a:lvl5pPr marL="1440000" indent="0">
              <a:buNone/>
              <a:defRPr lang="en-US" sz="2000" kern="1200" spc="50" dirty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Calibri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55021358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4522" y="298564"/>
            <a:ext cx="4650901" cy="6260873"/>
          </a:xfrm>
        </p:spPr>
        <p:txBody>
          <a:bodyPr anchor="ctr">
            <a:noAutofit/>
          </a:bodyPr>
          <a:lstStyle>
            <a:lvl1pPr algn="ctr">
              <a:defRPr sz="6000"/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44A4473-D4D4-4E24-B542-C5D63C28D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53976" y="457964"/>
            <a:ext cx="6009066" cy="5914582"/>
            <a:chOff x="6153976" y="457964"/>
            <a:chExt cx="6009066" cy="5914582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4CA4A32-A016-460F-8B99-22A5D265B4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9012621" y="2980002"/>
              <a:ext cx="317159" cy="932400"/>
              <a:chOff x="6376988" y="280988"/>
              <a:chExt cx="633413" cy="1862138"/>
            </a:xfrm>
          </p:grpSpPr>
          <p:sp>
            <p:nvSpPr>
              <p:cNvPr id="86" name="Freeform 68">
                <a:extLst>
                  <a:ext uri="{FF2B5EF4-FFF2-40B4-BE49-F238E27FC236}">
                    <a16:creationId xmlns:a16="http://schemas.microsoft.com/office/drawing/2014/main" id="{84DB1BC2-B158-4DA5-9164-843E6B566CE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376988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" name="Freeform 69">
                <a:extLst>
                  <a:ext uri="{FF2B5EF4-FFF2-40B4-BE49-F238E27FC236}">
                    <a16:creationId xmlns:a16="http://schemas.microsoft.com/office/drawing/2014/main" id="{751FDE2E-D749-401E-B3BA-66B2F523182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6076" y="280988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8" name="Line 70">
                <a:extLst>
                  <a:ext uri="{FF2B5EF4-FFF2-40B4-BE49-F238E27FC236}">
                    <a16:creationId xmlns:a16="http://schemas.microsoft.com/office/drawing/2014/main" id="{49546377-E2EE-4854-AA84-5575789BAFD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696076" y="280988"/>
                <a:ext cx="0" cy="1862138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4FCC465-42B8-456F-951F-8C51A42F97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324466" y="457964"/>
              <a:ext cx="3838576" cy="5838297"/>
              <a:chOff x="8324466" y="457964"/>
              <a:chExt cx="3838576" cy="5838297"/>
            </a:xfrm>
          </p:grpSpPr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3D7F8A9A-8A53-4FD3-855C-C49B035CE8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0800000">
                <a:off x="11319026" y="5955846"/>
                <a:ext cx="340415" cy="340415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AC347F99-AC7C-4DB2-8AAF-9E2A7AE629C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64" name="Freeform 64">
                  <a:extLst>
                    <a:ext uri="{FF2B5EF4-FFF2-40B4-BE49-F238E27FC236}">
                      <a16:creationId xmlns:a16="http://schemas.microsoft.com/office/drawing/2014/main" id="{89B06C37-E219-479D-B324-0DC7D056517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5" name="Freeform 81">
                  <a:extLst>
                    <a:ext uri="{FF2B5EF4-FFF2-40B4-BE49-F238E27FC236}">
                      <a16:creationId xmlns:a16="http://schemas.microsoft.com/office/drawing/2014/main" id="{29A1D878-CEA2-41DC-8638-A8523167266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6" name="Freeform 61">
                  <a:extLst>
                    <a:ext uri="{FF2B5EF4-FFF2-40B4-BE49-F238E27FC236}">
                      <a16:creationId xmlns:a16="http://schemas.microsoft.com/office/drawing/2014/main" id="{99394209-57ED-4126-A8DC-0862D1FA11E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7" name="Freeform 78">
                  <a:extLst>
                    <a:ext uri="{FF2B5EF4-FFF2-40B4-BE49-F238E27FC236}">
                      <a16:creationId xmlns:a16="http://schemas.microsoft.com/office/drawing/2014/main" id="{A48B0004-4618-4D71-88D1-A2FEE4F0ADE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8" name="Freeform 84">
                  <a:extLst>
                    <a:ext uri="{FF2B5EF4-FFF2-40B4-BE49-F238E27FC236}">
                      <a16:creationId xmlns:a16="http://schemas.microsoft.com/office/drawing/2014/main" id="{4D1C172B-2446-428A-A518-FE1B5FCE0D3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9" name="Freeform 87">
                  <a:extLst>
                    <a:ext uri="{FF2B5EF4-FFF2-40B4-BE49-F238E27FC236}">
                      <a16:creationId xmlns:a16="http://schemas.microsoft.com/office/drawing/2014/main" id="{E359C795-FCC1-401F-B0B6-F722AE632AA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0" name="Freeform 60">
                  <a:extLst>
                    <a:ext uri="{FF2B5EF4-FFF2-40B4-BE49-F238E27FC236}">
                      <a16:creationId xmlns:a16="http://schemas.microsoft.com/office/drawing/2014/main" id="{8260D102-71BB-497E-A5CF-743FB59874D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1" name="Freeform 59">
                  <a:extLst>
                    <a:ext uri="{FF2B5EF4-FFF2-40B4-BE49-F238E27FC236}">
                      <a16:creationId xmlns:a16="http://schemas.microsoft.com/office/drawing/2014/main" id="{811E3D98-A5FB-4BDE-A07D-A03EB898C67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2" name="Freeform 62">
                  <a:extLst>
                    <a:ext uri="{FF2B5EF4-FFF2-40B4-BE49-F238E27FC236}">
                      <a16:creationId xmlns:a16="http://schemas.microsoft.com/office/drawing/2014/main" id="{9E48CE7F-B4EF-4629-8706-6838C171EF0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3" name="Freeform 65">
                  <a:extLst>
                    <a:ext uri="{FF2B5EF4-FFF2-40B4-BE49-F238E27FC236}">
                      <a16:creationId xmlns:a16="http://schemas.microsoft.com/office/drawing/2014/main" id="{C8EBC77A-0887-4128-A73B-2C0165C6F94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4" name="Freeform 79">
                  <a:extLst>
                    <a:ext uri="{FF2B5EF4-FFF2-40B4-BE49-F238E27FC236}">
                      <a16:creationId xmlns:a16="http://schemas.microsoft.com/office/drawing/2014/main" id="{7AF3D400-AAAA-47BD-922E-AA3A2AFA302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5" name="Freeform 82">
                  <a:extLst>
                    <a:ext uri="{FF2B5EF4-FFF2-40B4-BE49-F238E27FC236}">
                      <a16:creationId xmlns:a16="http://schemas.microsoft.com/office/drawing/2014/main" id="{B0A3E6A0-609D-427D-9D34-E7CF184B453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6" name="Freeform 85">
                  <a:extLst>
                    <a:ext uri="{FF2B5EF4-FFF2-40B4-BE49-F238E27FC236}">
                      <a16:creationId xmlns:a16="http://schemas.microsoft.com/office/drawing/2014/main" id="{DDE08965-A3F4-426A-924B-102A6F6FE27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7" name="Freeform 88">
                  <a:extLst>
                    <a:ext uri="{FF2B5EF4-FFF2-40B4-BE49-F238E27FC236}">
                      <a16:creationId xmlns:a16="http://schemas.microsoft.com/office/drawing/2014/main" id="{13FA8E6E-7F53-47E9-9BF8-1CD3130F42B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grpSp>
              <p:nvGrpSpPr>
                <p:cNvPr id="78" name="Group 77">
                  <a:extLst>
                    <a:ext uri="{FF2B5EF4-FFF2-40B4-BE49-F238E27FC236}">
                      <a16:creationId xmlns:a16="http://schemas.microsoft.com/office/drawing/2014/main" id="{7A8A9991-EF8F-4128-9DB7-A2FA8CF2F68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79" name="Line 63">
                    <a:extLst>
                      <a:ext uri="{FF2B5EF4-FFF2-40B4-BE49-F238E27FC236}">
                        <a16:creationId xmlns:a16="http://schemas.microsoft.com/office/drawing/2014/main" id="{41E966B6-186E-4D17-B570-969B6951AC0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80" name="Line 66">
                    <a:extLst>
                      <a:ext uri="{FF2B5EF4-FFF2-40B4-BE49-F238E27FC236}">
                        <a16:creationId xmlns:a16="http://schemas.microsoft.com/office/drawing/2014/main" id="{918B08AD-5F3C-4FC5-8998-8524763C750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81" name="Line 67">
                    <a:extLst>
                      <a:ext uri="{FF2B5EF4-FFF2-40B4-BE49-F238E27FC236}">
                        <a16:creationId xmlns:a16="http://schemas.microsoft.com/office/drawing/2014/main" id="{EDF72260-B0A1-47A1-9459-FDF4600ACA6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82" name="Line 80">
                    <a:extLst>
                      <a:ext uri="{FF2B5EF4-FFF2-40B4-BE49-F238E27FC236}">
                        <a16:creationId xmlns:a16="http://schemas.microsoft.com/office/drawing/2014/main" id="{C6A7FA58-53F7-4C2F-96D5-E97BB3CC679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83" name="Line 83">
                    <a:extLst>
                      <a:ext uri="{FF2B5EF4-FFF2-40B4-BE49-F238E27FC236}">
                        <a16:creationId xmlns:a16="http://schemas.microsoft.com/office/drawing/2014/main" id="{1B986617-481E-450F-8FAD-CA3086A3E04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84" name="Line 86">
                    <a:extLst>
                      <a:ext uri="{FF2B5EF4-FFF2-40B4-BE49-F238E27FC236}">
                        <a16:creationId xmlns:a16="http://schemas.microsoft.com/office/drawing/2014/main" id="{4D24CAEB-B2FE-4796-8E6E-DB5148C380F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85" name="Line 89">
                    <a:extLst>
                      <a:ext uri="{FF2B5EF4-FFF2-40B4-BE49-F238E27FC236}">
                        <a16:creationId xmlns:a16="http://schemas.microsoft.com/office/drawing/2014/main" id="{3D577B03-E6D9-4FFA-A799-E504CBF8D71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43509C13-FDEE-45B0-B954-D80D6F38F0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56" name="Group 55">
                  <a:extLst>
                    <a:ext uri="{FF2B5EF4-FFF2-40B4-BE49-F238E27FC236}">
                      <a16:creationId xmlns:a16="http://schemas.microsoft.com/office/drawing/2014/main" id="{21FF647D-8D8A-43E8-A2E2-46D1117839F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87B8728B-0A45-4551-99F0-CF33B850DA5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Straight Connector 60">
                    <a:extLst>
                      <a:ext uri="{FF2B5EF4-FFF2-40B4-BE49-F238E27FC236}">
                        <a16:creationId xmlns:a16="http://schemas.microsoft.com/office/drawing/2014/main" id="{CCFAA15D-9EFC-4A70-AC98-CB3EF00C3A4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2" name="Rectangle 30">
                    <a:extLst>
                      <a:ext uri="{FF2B5EF4-FFF2-40B4-BE49-F238E27FC236}">
                        <a16:creationId xmlns:a16="http://schemas.microsoft.com/office/drawing/2014/main" id="{AD80CCBD-3F02-48A0-A24E-5971D229517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3" name="Rectangle 30">
                    <a:extLst>
                      <a:ext uri="{FF2B5EF4-FFF2-40B4-BE49-F238E27FC236}">
                        <a16:creationId xmlns:a16="http://schemas.microsoft.com/office/drawing/2014/main" id="{AB5B7D34-5A4E-48DE-8893-0F022E4CC95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57" name="Group 56">
                  <a:extLst>
                    <a:ext uri="{FF2B5EF4-FFF2-40B4-BE49-F238E27FC236}">
                      <a16:creationId xmlns:a16="http://schemas.microsoft.com/office/drawing/2014/main" id="{2341ADC6-0CC2-46C0-BA6F-9D991366980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58" name="Freeform: Shape 57">
                    <a:extLst>
                      <a:ext uri="{FF2B5EF4-FFF2-40B4-BE49-F238E27FC236}">
                        <a16:creationId xmlns:a16="http://schemas.microsoft.com/office/drawing/2014/main" id="{A93316DB-546B-41BA-AD1B-94D5C467023D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9" name="Freeform: Shape 58">
                    <a:extLst>
                      <a:ext uri="{FF2B5EF4-FFF2-40B4-BE49-F238E27FC236}">
                        <a16:creationId xmlns:a16="http://schemas.microsoft.com/office/drawing/2014/main" id="{35105C82-44C4-41C2-96AE-ADE6DD1D712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A7A634F2-054C-4614-9ECB-96BE809893D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52" name="Group 51">
                  <a:extLst>
                    <a:ext uri="{FF2B5EF4-FFF2-40B4-BE49-F238E27FC236}">
                      <a16:creationId xmlns:a16="http://schemas.microsoft.com/office/drawing/2014/main" id="{1764AB7F-1912-4909-A04A-C8D125467E1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54" name="Freeform 68">
                    <a:extLst>
                      <a:ext uri="{FF2B5EF4-FFF2-40B4-BE49-F238E27FC236}">
                        <a16:creationId xmlns:a16="http://schemas.microsoft.com/office/drawing/2014/main" id="{6B93639B-DE1C-4A46-A4B5-B88FD6FC201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55" name="Freeform 69">
                    <a:extLst>
                      <a:ext uri="{FF2B5EF4-FFF2-40B4-BE49-F238E27FC236}">
                        <a16:creationId xmlns:a16="http://schemas.microsoft.com/office/drawing/2014/main" id="{A6C5D17F-13E7-4861-A839-3C56ABD56C4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53" name="Line 70">
                  <a:extLst>
                    <a:ext uri="{FF2B5EF4-FFF2-40B4-BE49-F238E27FC236}">
                      <a16:creationId xmlns:a16="http://schemas.microsoft.com/office/drawing/2014/main" id="{1C343C91-0F9E-4530-939D-2D9F15DF4A7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2109E9F-E572-4202-B7A6-630155DD5B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6153976" y="534249"/>
              <a:ext cx="3838576" cy="5838297"/>
              <a:chOff x="8324466" y="457964"/>
              <a:chExt cx="3838576" cy="5838297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B4FF54B2-44F5-42F7-8353-111D80A8D2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0800000">
                <a:off x="11319026" y="5955846"/>
                <a:ext cx="340415" cy="340415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19A2BBF4-4F54-4179-B672-AD4C8D58A30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26" name="Freeform 64">
                  <a:extLst>
                    <a:ext uri="{FF2B5EF4-FFF2-40B4-BE49-F238E27FC236}">
                      <a16:creationId xmlns:a16="http://schemas.microsoft.com/office/drawing/2014/main" id="{2F2D95CF-DAE2-4601-B9A6-233F4F2F307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7" name="Freeform 81">
                  <a:extLst>
                    <a:ext uri="{FF2B5EF4-FFF2-40B4-BE49-F238E27FC236}">
                      <a16:creationId xmlns:a16="http://schemas.microsoft.com/office/drawing/2014/main" id="{3CD52B72-C30B-4570-A8AB-78CB884F8D0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8" name="Freeform 61">
                  <a:extLst>
                    <a:ext uri="{FF2B5EF4-FFF2-40B4-BE49-F238E27FC236}">
                      <a16:creationId xmlns:a16="http://schemas.microsoft.com/office/drawing/2014/main" id="{696A9FBF-C89D-4CF9-A1DC-C0275A3B326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9" name="Freeform 78">
                  <a:extLst>
                    <a:ext uri="{FF2B5EF4-FFF2-40B4-BE49-F238E27FC236}">
                      <a16:creationId xmlns:a16="http://schemas.microsoft.com/office/drawing/2014/main" id="{C50B0ACE-17B4-4F11-BA43-0159796B839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0" name="Freeform 84">
                  <a:extLst>
                    <a:ext uri="{FF2B5EF4-FFF2-40B4-BE49-F238E27FC236}">
                      <a16:creationId xmlns:a16="http://schemas.microsoft.com/office/drawing/2014/main" id="{F0346B01-7019-48B2-9BE7-3E90F590FD6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1" name="Freeform 87">
                  <a:extLst>
                    <a:ext uri="{FF2B5EF4-FFF2-40B4-BE49-F238E27FC236}">
                      <a16:creationId xmlns:a16="http://schemas.microsoft.com/office/drawing/2014/main" id="{5C186E4B-7559-4E95-9BDD-7DA75E0873B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2" name="Freeform 60">
                  <a:extLst>
                    <a:ext uri="{FF2B5EF4-FFF2-40B4-BE49-F238E27FC236}">
                      <a16:creationId xmlns:a16="http://schemas.microsoft.com/office/drawing/2014/main" id="{4FFE117A-211E-4BD5-AB76-05026DEC6B5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3" name="Freeform 59">
                  <a:extLst>
                    <a:ext uri="{FF2B5EF4-FFF2-40B4-BE49-F238E27FC236}">
                      <a16:creationId xmlns:a16="http://schemas.microsoft.com/office/drawing/2014/main" id="{5CC0C412-2859-4E97-924F-291318E6ADF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4" name="Freeform 62">
                  <a:extLst>
                    <a:ext uri="{FF2B5EF4-FFF2-40B4-BE49-F238E27FC236}">
                      <a16:creationId xmlns:a16="http://schemas.microsoft.com/office/drawing/2014/main" id="{AECE441C-0FBF-4F02-9781-35F2487E3C0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5" name="Freeform 65">
                  <a:extLst>
                    <a:ext uri="{FF2B5EF4-FFF2-40B4-BE49-F238E27FC236}">
                      <a16:creationId xmlns:a16="http://schemas.microsoft.com/office/drawing/2014/main" id="{951A4317-3E34-41B4-BCD9-E6E0627C188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6" name="Freeform 79">
                  <a:extLst>
                    <a:ext uri="{FF2B5EF4-FFF2-40B4-BE49-F238E27FC236}">
                      <a16:creationId xmlns:a16="http://schemas.microsoft.com/office/drawing/2014/main" id="{CE2D40E4-274B-4D43-801B-7B3BAF03E45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7" name="Freeform 82">
                  <a:extLst>
                    <a:ext uri="{FF2B5EF4-FFF2-40B4-BE49-F238E27FC236}">
                      <a16:creationId xmlns:a16="http://schemas.microsoft.com/office/drawing/2014/main" id="{2D939FC8-6395-4DCB-B28C-2342BFB72F2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8" name="Freeform 85">
                  <a:extLst>
                    <a:ext uri="{FF2B5EF4-FFF2-40B4-BE49-F238E27FC236}">
                      <a16:creationId xmlns:a16="http://schemas.microsoft.com/office/drawing/2014/main" id="{620FEEF2-AE91-48CA-8FE7-B50F83E1CF2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9" name="Freeform 88">
                  <a:extLst>
                    <a:ext uri="{FF2B5EF4-FFF2-40B4-BE49-F238E27FC236}">
                      <a16:creationId xmlns:a16="http://schemas.microsoft.com/office/drawing/2014/main" id="{27050D75-D26B-4BD3-A4A5-68DF13E9C13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grpSp>
              <p:nvGrpSpPr>
                <p:cNvPr id="40" name="Group 39">
                  <a:extLst>
                    <a:ext uri="{FF2B5EF4-FFF2-40B4-BE49-F238E27FC236}">
                      <a16:creationId xmlns:a16="http://schemas.microsoft.com/office/drawing/2014/main" id="{37668160-F5BE-4756-B84F-C68992BC7A5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41" name="Line 63">
                    <a:extLst>
                      <a:ext uri="{FF2B5EF4-FFF2-40B4-BE49-F238E27FC236}">
                        <a16:creationId xmlns:a16="http://schemas.microsoft.com/office/drawing/2014/main" id="{E7F90261-4A5A-4C39-B4B3-FEBED04E345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2" name="Line 66">
                    <a:extLst>
                      <a:ext uri="{FF2B5EF4-FFF2-40B4-BE49-F238E27FC236}">
                        <a16:creationId xmlns:a16="http://schemas.microsoft.com/office/drawing/2014/main" id="{71681E7C-A7E8-4F01-9001-3FD1105E1B4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3" name="Line 67">
                    <a:extLst>
                      <a:ext uri="{FF2B5EF4-FFF2-40B4-BE49-F238E27FC236}">
                        <a16:creationId xmlns:a16="http://schemas.microsoft.com/office/drawing/2014/main" id="{901B0597-C838-4481-A49D-E8D85B631C7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4" name="Line 80">
                    <a:extLst>
                      <a:ext uri="{FF2B5EF4-FFF2-40B4-BE49-F238E27FC236}">
                        <a16:creationId xmlns:a16="http://schemas.microsoft.com/office/drawing/2014/main" id="{23C2B0BF-A329-4A97-B3D5-545BC6813E2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5" name="Line 83">
                    <a:extLst>
                      <a:ext uri="{FF2B5EF4-FFF2-40B4-BE49-F238E27FC236}">
                        <a16:creationId xmlns:a16="http://schemas.microsoft.com/office/drawing/2014/main" id="{DBCCCA80-4FEE-4C79-8AF3-66B97054C84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6" name="Line 86">
                    <a:extLst>
                      <a:ext uri="{FF2B5EF4-FFF2-40B4-BE49-F238E27FC236}">
                        <a16:creationId xmlns:a16="http://schemas.microsoft.com/office/drawing/2014/main" id="{4B9AD13F-808D-4464-989B-F40B3E77B74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7" name="Line 89">
                    <a:extLst>
                      <a:ext uri="{FF2B5EF4-FFF2-40B4-BE49-F238E27FC236}">
                        <a16:creationId xmlns:a16="http://schemas.microsoft.com/office/drawing/2014/main" id="{076473B5-E30F-4635-8789-51368A971BD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EF568995-35CF-4C80-A63C-82B47F1BA1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99432608-19E2-4A3E-A68B-45C8E5DD471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22" name="Straight Connector 21">
                    <a:extLst>
                      <a:ext uri="{FF2B5EF4-FFF2-40B4-BE49-F238E27FC236}">
                        <a16:creationId xmlns:a16="http://schemas.microsoft.com/office/drawing/2014/main" id="{127A2810-84DE-450A-986B-DE8AF8AE6F1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Straight Connector 22">
                    <a:extLst>
                      <a:ext uri="{FF2B5EF4-FFF2-40B4-BE49-F238E27FC236}">
                        <a16:creationId xmlns:a16="http://schemas.microsoft.com/office/drawing/2014/main" id="{1A56ED6A-BBD4-4005-A99D-65BCF8047CC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4" name="Rectangle 30">
                    <a:extLst>
                      <a:ext uri="{FF2B5EF4-FFF2-40B4-BE49-F238E27FC236}">
                        <a16:creationId xmlns:a16="http://schemas.microsoft.com/office/drawing/2014/main" id="{CFC0629C-AFCE-4D39-87D5-36EF1FE5CF8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5" name="Rectangle 30">
                    <a:extLst>
                      <a:ext uri="{FF2B5EF4-FFF2-40B4-BE49-F238E27FC236}">
                        <a16:creationId xmlns:a16="http://schemas.microsoft.com/office/drawing/2014/main" id="{81F3517A-93AD-4DF3-BEC7-E607A73E5E2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4CBBC251-E8DD-438C-8733-7D65F461A44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20" name="Freeform: Shape 19">
                    <a:extLst>
                      <a:ext uri="{FF2B5EF4-FFF2-40B4-BE49-F238E27FC236}">
                        <a16:creationId xmlns:a16="http://schemas.microsoft.com/office/drawing/2014/main" id="{6A94A4D4-EFFA-4AE2-B533-75F01F0F006D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1" name="Freeform: Shape 20">
                    <a:extLst>
                      <a:ext uri="{FF2B5EF4-FFF2-40B4-BE49-F238E27FC236}">
                        <a16:creationId xmlns:a16="http://schemas.microsoft.com/office/drawing/2014/main" id="{1F4B0E1D-2F9C-444A-ADBA-BDE9F01D8DD3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5F5ACA0E-A5DF-4015-8FD4-FA7A53E9D1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5A4DCFFD-FD3C-42EA-862E-5B792D9020A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16" name="Freeform 68">
                    <a:extLst>
                      <a:ext uri="{FF2B5EF4-FFF2-40B4-BE49-F238E27FC236}">
                        <a16:creationId xmlns:a16="http://schemas.microsoft.com/office/drawing/2014/main" id="{0089A8F3-7530-4C17-848C-580015C3EDCE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7" name="Freeform 69">
                    <a:extLst>
                      <a:ext uri="{FF2B5EF4-FFF2-40B4-BE49-F238E27FC236}">
                        <a16:creationId xmlns:a16="http://schemas.microsoft.com/office/drawing/2014/main" id="{61D8EA0C-1521-4C6D-8C09-DD6D8F1F221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15" name="Line 70">
                  <a:extLst>
                    <a:ext uri="{FF2B5EF4-FFF2-40B4-BE49-F238E27FC236}">
                      <a16:creationId xmlns:a16="http://schemas.microsoft.com/office/drawing/2014/main" id="{517033B6-6B8A-4BD6-9A52-BF9E9EFBD48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4229122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2DDA7E-8449-42D1-93BD-4E96C1BFC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72EB64-DBC0-4012-830E-9166670D17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400" y="1685925"/>
            <a:ext cx="10213200" cy="4040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9A3E9-8704-4E26-A519-8215B3E943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0000" y="6357168"/>
            <a:ext cx="1760150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90E32-87A0-44C2-A299-D45FAB146E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54312" y="6357600"/>
            <a:ext cx="668337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all" spc="3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C1A41-01A7-44E2-965B-ACFD4F2806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760150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534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  <p:sldLayoutId id="2147483733" r:id="rId15"/>
    <p:sldLayoutId id="2147483734" r:id="rId16"/>
    <p:sldLayoutId id="2147483735" r:id="rId17"/>
    <p:sldLayoutId id="2147483736" r:id="rId18"/>
    <p:sldLayoutId id="2147483737" r:id="rId19"/>
    <p:sldLayoutId id="2147483738" r:id="rId20"/>
    <p:sldLayoutId id="2147483739" r:id="rId21"/>
    <p:sldLayoutId id="2147483740" r:id="rId22"/>
    <p:sldLayoutId id="2147483741" r:id="rId23"/>
    <p:sldLayoutId id="2147483672" r:id="rId24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 cap="none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50000"/>
        </a:lnSpc>
        <a:spcBef>
          <a:spcPts val="10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3600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2000" b="0" i="1" kern="1200" spc="50" baseline="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08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080000" indent="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Tx/>
        <a:buNone/>
        <a:defRPr sz="2000" b="0" i="1" kern="1200" spc="50" baseline="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180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37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pos="680">
          <p15:clr>
            <a:srgbClr val="F26B43"/>
          </p15:clr>
        </p15:guide>
        <p15:guide id="4" pos="7000">
          <p15:clr>
            <a:srgbClr val="F26B43"/>
          </p15:clr>
        </p15:guide>
        <p15:guide id="5" orient="horz" pos="679">
          <p15:clr>
            <a:srgbClr val="F26B43"/>
          </p15:clr>
        </p15:guide>
        <p15:guide id="6" orient="horz" pos="3640">
          <p15:clr>
            <a:srgbClr val="F26B43"/>
          </p15:clr>
        </p15:guide>
        <p15:guide id="7" pos="6644">
          <p15:clr>
            <a:srgbClr val="F26B43"/>
          </p15:clr>
        </p15:guide>
        <p15:guide id="8" pos="6289">
          <p15:clr>
            <a:srgbClr val="F26B43"/>
          </p15:clr>
        </p15:guide>
        <p15:guide id="9" pos="5945">
          <p15:clr>
            <a:srgbClr val="F26B43"/>
          </p15:clr>
        </p15:guide>
        <p15:guide id="10" pos="1391">
          <p15:clr>
            <a:srgbClr val="F26B43"/>
          </p15:clr>
        </p15:guide>
        <p15:guide id="11" pos="1032">
          <p15:clr>
            <a:srgbClr val="F26B43"/>
          </p15:clr>
        </p15:guide>
        <p15:guide id="12" pos="1732">
          <p15:clr>
            <a:srgbClr val="F26B43"/>
          </p15:clr>
        </p15:guide>
        <p15:guide id="13" pos="2084">
          <p15:clr>
            <a:srgbClr val="F26B43"/>
          </p15:clr>
        </p15:guide>
        <p15:guide id="14" pos="5596">
          <p15:clr>
            <a:srgbClr val="F26B43"/>
          </p15:clr>
        </p15:guide>
        <p15:guide id="15" pos="2436">
          <p15:clr>
            <a:srgbClr val="F26B43"/>
          </p15:clr>
        </p15:guide>
        <p15:guide id="16" pos="5244">
          <p15:clr>
            <a:srgbClr val="F26B43"/>
          </p15:clr>
        </p15:guide>
        <p15:guide id="17" pos="2792">
          <p15:clr>
            <a:srgbClr val="F26B43"/>
          </p15:clr>
        </p15:guide>
        <p15:guide id="18" pos="4892">
          <p15:clr>
            <a:srgbClr val="F26B43"/>
          </p15:clr>
        </p15:guide>
        <p15:guide id="19" pos="4543">
          <p15:clr>
            <a:srgbClr val="F26B43"/>
          </p15:clr>
        </p15:guide>
        <p15:guide id="20" pos="3488">
          <p15:clr>
            <a:srgbClr val="F26B43"/>
          </p15:clr>
        </p15:guide>
        <p15:guide id="21" pos="4192">
          <p15:clr>
            <a:srgbClr val="F26B43"/>
          </p15:clr>
        </p15:guide>
        <p15:guide id="22" pos="3840">
          <p15:clr>
            <a:srgbClr val="F26B43"/>
          </p15:clr>
        </p15:guide>
        <p15:guide id="23" pos="340">
          <p15:clr>
            <a:srgbClr val="A4A3A4"/>
          </p15:clr>
        </p15:guide>
        <p15:guide id="24" pos="7340">
          <p15:clr>
            <a:srgbClr val="A4A3A4"/>
          </p15:clr>
        </p15:guide>
        <p15:guide id="25" orient="horz" pos="1062">
          <p15:clr>
            <a:srgbClr val="5ACBF0"/>
          </p15:clr>
        </p15:guide>
        <p15:guide id="26" orient="horz" pos="3982">
          <p15:clr>
            <a:srgbClr val="A4A3A4"/>
          </p15:clr>
        </p15:guide>
        <p15:guide id="27" orient="horz" pos="338">
          <p15:clr>
            <a:srgbClr val="A4A3A4"/>
          </p15:clr>
        </p15:guide>
        <p15:guide id="28" orient="horz" pos="950">
          <p15:clr>
            <a:srgbClr val="5ACBF0"/>
          </p15:clr>
        </p15:guide>
        <p15:guide id="29" orient="horz" pos="249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92" y="2436602"/>
            <a:ext cx="4650901" cy="986058"/>
          </a:xfrm>
        </p:spPr>
        <p:txBody>
          <a:bodyPr>
            <a:noAutofit/>
          </a:bodyPr>
          <a:lstStyle/>
          <a:p>
            <a:r>
              <a:rPr lang="en-US" dirty="0"/>
              <a:t>Finova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9B4570-518A-4690-A875-2E0C434CE552}"/>
              </a:ext>
            </a:extLst>
          </p:cNvPr>
          <p:cNvSpPr txBox="1"/>
          <p:nvPr/>
        </p:nvSpPr>
        <p:spPr>
          <a:xfrm>
            <a:off x="725009" y="3694981"/>
            <a:ext cx="4651897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/>
              <a:t>A personal </a:t>
            </a:r>
            <a:r>
              <a:rPr lang="en-US" sz="2400" b="1"/>
              <a:t>Finance</a:t>
            </a:r>
            <a:r>
              <a:rPr lang="en-US" sz="2400" b="1" dirty="0"/>
              <a:t> </a:t>
            </a:r>
            <a:r>
              <a:rPr lang="en-US" sz="2400" b="1"/>
              <a:t>Management App</a:t>
            </a:r>
            <a:r>
              <a:rPr lang="en-US" sz="2400"/>
              <a:t> that helps </a:t>
            </a:r>
            <a:r>
              <a:rPr lang="en-US" sz="2400" dirty="0"/>
              <a:t>you grow.</a:t>
            </a:r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B65AA36A-D7CC-493C-A0EE-F8AC3564D1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369" y="395297"/>
            <a:ext cx="4078800" cy="1594282"/>
          </a:xfrm>
        </p:spPr>
        <p:txBody>
          <a:bodyPr vert="horz" wrap="square" lIns="91440" tIns="45720" rIns="91440" bIns="45720" rtlCol="0" anchor="b" anchorCtr="0">
            <a:normAutofit/>
          </a:bodyPr>
          <a:lstStyle/>
          <a:p>
            <a:r>
              <a:rPr lang="en-US" sz="3200" kern="1200" cap="none" spc="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Team</a:t>
            </a:r>
          </a:p>
        </p:txBody>
      </p:sp>
      <p:pic>
        <p:nvPicPr>
          <p:cNvPr id="18" name="Picture Placeholder 17" descr="A person wearing a knit hat&#10;&#10;Description automatically generated">
            <a:extLst>
              <a:ext uri="{FF2B5EF4-FFF2-40B4-BE49-F238E27FC236}">
                <a16:creationId xmlns:a16="http://schemas.microsoft.com/office/drawing/2014/main" id="{EA3B7AFC-AAF1-6309-E87A-F630716B8D8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/>
          <a:srcRect/>
          <a:stretch/>
        </p:blipFill>
        <p:spPr>
          <a:xfrm>
            <a:off x="937876" y="1202609"/>
            <a:ext cx="4463827" cy="4463827"/>
          </a:xfrm>
          <a:custGeom>
            <a:avLst/>
            <a:gdLst/>
            <a:ahLst/>
            <a:cxnLst/>
            <a:rect l="l" t="t" r="r" b="b"/>
            <a:pathLst>
              <a:path w="5778000" h="5778000">
                <a:moveTo>
                  <a:pt x="2889000" y="0"/>
                </a:moveTo>
                <a:cubicBezTo>
                  <a:pt x="4484551" y="0"/>
                  <a:pt x="5778000" y="1293449"/>
                  <a:pt x="5778000" y="2889000"/>
                </a:cubicBezTo>
                <a:cubicBezTo>
                  <a:pt x="5778000" y="4484551"/>
                  <a:pt x="4484551" y="5778000"/>
                  <a:pt x="2889000" y="5778000"/>
                </a:cubicBezTo>
                <a:cubicBezTo>
                  <a:pt x="1293449" y="5778000"/>
                  <a:pt x="0" y="4484551"/>
                  <a:pt x="0" y="2889000"/>
                </a:cubicBezTo>
                <a:cubicBezTo>
                  <a:pt x="0" y="1293449"/>
                  <a:pt x="1293449" y="0"/>
                  <a:pt x="2889000" y="0"/>
                </a:cubicBezTo>
                <a:close/>
              </a:path>
            </a:pathLst>
          </a:cu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850A2DA-FC3C-4E59-9724-29CF2777D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81769" y="242814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112369" y="2877018"/>
            <a:ext cx="4078800" cy="290148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 err="1"/>
              <a:t>Akhlak</a:t>
            </a:r>
            <a:r>
              <a:rPr lang="en-US" dirty="0"/>
              <a:t> Hossain Jim</a:t>
            </a:r>
          </a:p>
          <a:p>
            <a:pPr>
              <a:lnSpc>
                <a:spcPct val="100000"/>
              </a:lnSpc>
            </a:pPr>
            <a:r>
              <a:rPr lang="en-US" dirty="0"/>
              <a:t>2022-3-60-057</a:t>
            </a:r>
            <a:endParaRPr lang="en-US" dirty="0">
              <a:solidFill>
                <a:srgbClr val="000000">
                  <a:alpha val="60000"/>
                </a:srgbClr>
              </a:solidFill>
            </a:endParaRPr>
          </a:p>
          <a:p>
            <a:pPr>
              <a:lnSpc>
                <a:spcPct val="100000"/>
              </a:lnSpc>
            </a:pPr>
            <a:r>
              <a:rPr lang="en-US" dirty="0"/>
              <a:t>Department of CSE</a:t>
            </a:r>
            <a:endParaRPr lang="en-US" dirty="0">
              <a:solidFill>
                <a:srgbClr val="000000">
                  <a:alpha val="6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602368-8C22-1B91-380F-E0C19886C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B2ED6F51-CF6E-B561-4765-DA463F503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88B8C7-A59E-E80B-77EA-2F63FFF65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369" y="395297"/>
            <a:ext cx="4078800" cy="1594282"/>
          </a:xfrm>
        </p:spPr>
        <p:txBody>
          <a:bodyPr vert="horz" wrap="square" lIns="91440" tIns="45720" rIns="91440" bIns="45720" rtlCol="0" anchor="b" anchorCtr="0">
            <a:normAutofit/>
          </a:bodyPr>
          <a:lstStyle/>
          <a:p>
            <a:r>
              <a:rPr lang="en-US" sz="3200" dirty="0">
                <a:ea typeface="+mj-lt"/>
                <a:cs typeface="+mj-lt"/>
              </a:rPr>
              <a:t>Instructor</a:t>
            </a:r>
            <a:endParaRPr lang="en-US" dirty="0">
              <a:ea typeface="+mj-ea"/>
              <a:cs typeface="+mj-cs"/>
            </a:endParaRPr>
          </a:p>
        </p:txBody>
      </p:sp>
      <p:pic>
        <p:nvPicPr>
          <p:cNvPr id="18" name="Picture Placeholder 17" descr="A person in a suit and tie&#10;&#10;AI-generated content may be incorrect.">
            <a:extLst>
              <a:ext uri="{FF2B5EF4-FFF2-40B4-BE49-F238E27FC236}">
                <a16:creationId xmlns:a16="http://schemas.microsoft.com/office/drawing/2014/main" id="{BACFF863-F19E-9561-7D85-5E0694B34C44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/>
          <a:srcRect/>
          <a:stretch/>
        </p:blipFill>
        <p:spPr>
          <a:xfrm>
            <a:off x="1433857" y="1202609"/>
            <a:ext cx="3471865" cy="4463827"/>
          </a:xfrm>
          <a:custGeom>
            <a:avLst/>
            <a:gdLst/>
            <a:ahLst/>
            <a:cxnLst/>
            <a:rect l="l" t="t" r="r" b="b"/>
            <a:pathLst>
              <a:path w="5778000" h="5778000">
                <a:moveTo>
                  <a:pt x="2889000" y="0"/>
                </a:moveTo>
                <a:cubicBezTo>
                  <a:pt x="4484551" y="0"/>
                  <a:pt x="5778000" y="1293449"/>
                  <a:pt x="5778000" y="2889000"/>
                </a:cubicBezTo>
                <a:cubicBezTo>
                  <a:pt x="5778000" y="4484551"/>
                  <a:pt x="4484551" y="5778000"/>
                  <a:pt x="2889000" y="5778000"/>
                </a:cubicBezTo>
                <a:cubicBezTo>
                  <a:pt x="1293449" y="5778000"/>
                  <a:pt x="0" y="4484551"/>
                  <a:pt x="0" y="2889000"/>
                </a:cubicBezTo>
                <a:cubicBezTo>
                  <a:pt x="0" y="1293449"/>
                  <a:pt x="1293449" y="0"/>
                  <a:pt x="2889000" y="0"/>
                </a:cubicBezTo>
                <a:close/>
              </a:path>
            </a:pathLst>
          </a:cu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6EF9693-00CF-A69C-2652-DD51292427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81769" y="242814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A9CCA-1875-2EEF-AE38-C1BCA3CFE1B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112369" y="2877018"/>
            <a:ext cx="4078800" cy="290148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>
                <a:ea typeface="+mn-lt"/>
                <a:cs typeface="+mn-lt"/>
              </a:rPr>
              <a:t>Dr. Shamim H Ripon</a:t>
            </a:r>
            <a:endParaRPr lang="en-US"/>
          </a:p>
          <a:p>
            <a:pPr>
              <a:lnSpc>
                <a:spcPct val="100000"/>
              </a:lnSpc>
            </a:pPr>
            <a:r>
              <a:rPr lang="en-US">
                <a:ea typeface="+mn-lt"/>
                <a:cs typeface="+mn-lt"/>
              </a:rPr>
              <a:t>Professor</a:t>
            </a:r>
            <a:endParaRPr lang="en-US"/>
          </a:p>
          <a:p>
            <a:pPr>
              <a:lnSpc>
                <a:spcPct val="100000"/>
              </a:lnSpc>
            </a:pPr>
            <a:r>
              <a:rPr lang="en-US" dirty="0"/>
              <a:t>Department of CSE</a:t>
            </a:r>
            <a:endParaRPr lang="en-US" dirty="0">
              <a:solidFill>
                <a:srgbClr val="000000">
                  <a:alpha val="6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87074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AEB7F98-32EC-40D3-89EE-C84330231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16E9532-6DC7-411D-A09F-8413A5B95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536575"/>
            <a:ext cx="3892550" cy="1453003"/>
          </a:xfrm>
        </p:spPr>
        <p:txBody>
          <a:bodyPr vert="horz" wrap="square" lIns="91440" tIns="45720" rIns="91440" bIns="45720" rtlCol="0" anchor="b" anchorCtr="0">
            <a:normAutofit/>
          </a:bodyPr>
          <a:lstStyle/>
          <a:p>
            <a:r>
              <a:rPr lang="en-US" sz="3200" kern="1200" cap="none" spc="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Table of Contents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9A23555-9837-466D-9123-97B89F6CA1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16025" y="242814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4FAB13B-4F20-3FE1-0481-584D437298EB}"/>
              </a:ext>
            </a:extLst>
          </p:cNvPr>
          <p:cNvSpPr txBox="1"/>
          <p:nvPr/>
        </p:nvSpPr>
        <p:spPr>
          <a:xfrm>
            <a:off x="990000" y="2877018"/>
            <a:ext cx="2970000" cy="2901482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marL="342900" indent="-342900">
              <a:lnSpc>
                <a:spcPct val="140000"/>
              </a:lnSpc>
              <a:spcAft>
                <a:spcPts val="600"/>
              </a:spcAft>
              <a:buAutoNum type="arabicPeriod"/>
            </a:pPr>
            <a:r>
              <a:rPr lang="en-US" sz="1300" spc="50">
                <a:solidFill>
                  <a:schemeClr val="tx1">
                    <a:alpha val="60000"/>
                  </a:schemeClr>
                </a:solidFill>
              </a:rPr>
              <a:t>Introduction</a:t>
            </a:r>
          </a:p>
          <a:p>
            <a:pPr marL="342900" indent="-342900">
              <a:lnSpc>
                <a:spcPct val="140000"/>
              </a:lnSpc>
              <a:spcAft>
                <a:spcPts val="600"/>
              </a:spcAft>
              <a:buAutoNum type="arabicPeriod"/>
            </a:pPr>
            <a:r>
              <a:rPr lang="en-US" sz="1300" spc="50">
                <a:solidFill>
                  <a:schemeClr val="tx1">
                    <a:alpha val="60000"/>
                  </a:schemeClr>
                </a:solidFill>
              </a:rPr>
              <a:t>Planning</a:t>
            </a:r>
          </a:p>
          <a:p>
            <a:pPr marL="800100" lvl="1" indent="-342900">
              <a:lnSpc>
                <a:spcPct val="140000"/>
              </a:lnSpc>
              <a:spcAft>
                <a:spcPts val="600"/>
              </a:spcAft>
              <a:buAutoNum type="arabicPeriod"/>
            </a:pPr>
            <a:r>
              <a:rPr lang="en-US" sz="1300" spc="50">
                <a:solidFill>
                  <a:schemeClr val="tx1">
                    <a:alpha val="60000"/>
                  </a:schemeClr>
                </a:solidFill>
              </a:rPr>
              <a:t>Features</a:t>
            </a:r>
          </a:p>
          <a:p>
            <a:pPr marL="800100" lvl="1" indent="-342900">
              <a:lnSpc>
                <a:spcPct val="140000"/>
              </a:lnSpc>
              <a:spcAft>
                <a:spcPts val="600"/>
              </a:spcAft>
              <a:buAutoNum type="arabicPeriod"/>
            </a:pPr>
            <a:r>
              <a:rPr lang="en-US" sz="1300" spc="50">
                <a:solidFill>
                  <a:schemeClr val="tx1">
                    <a:alpha val="60000"/>
                  </a:schemeClr>
                </a:solidFill>
              </a:rPr>
              <a:t>Requirements</a:t>
            </a:r>
          </a:p>
          <a:p>
            <a:pPr marL="800100" lvl="1" indent="-342900">
              <a:lnSpc>
                <a:spcPct val="140000"/>
              </a:lnSpc>
              <a:spcAft>
                <a:spcPts val="600"/>
              </a:spcAft>
              <a:buAutoNum type="arabicPeriod"/>
            </a:pPr>
            <a:r>
              <a:rPr lang="en-US" sz="1300" spc="50">
                <a:solidFill>
                  <a:schemeClr val="tx1">
                    <a:alpha val="60000"/>
                  </a:schemeClr>
                </a:solidFill>
              </a:rPr>
              <a:t>Tools and Technologies</a:t>
            </a:r>
          </a:p>
          <a:p>
            <a:pPr marL="800100" lvl="1" indent="-342900">
              <a:lnSpc>
                <a:spcPct val="140000"/>
              </a:lnSpc>
              <a:spcAft>
                <a:spcPts val="600"/>
              </a:spcAft>
              <a:buAutoNum type="arabicPeriod"/>
            </a:pPr>
            <a:r>
              <a:rPr lang="en-US" sz="1300" spc="50">
                <a:solidFill>
                  <a:schemeClr val="tx1">
                    <a:alpha val="60000"/>
                  </a:schemeClr>
                </a:solidFill>
              </a:rPr>
              <a:t>Workplace</a:t>
            </a:r>
          </a:p>
          <a:p>
            <a:pPr marL="342900" indent="-342900">
              <a:lnSpc>
                <a:spcPct val="140000"/>
              </a:lnSpc>
              <a:spcAft>
                <a:spcPts val="600"/>
              </a:spcAft>
              <a:buAutoNum type="arabicPeriod"/>
            </a:pPr>
            <a:r>
              <a:rPr lang="en-US" sz="1300" spc="50">
                <a:solidFill>
                  <a:schemeClr val="tx1">
                    <a:alpha val="60000"/>
                  </a:schemeClr>
                </a:solidFill>
              </a:rPr>
              <a:t>Conclusion</a:t>
            </a:r>
          </a:p>
        </p:txBody>
      </p:sp>
      <p:pic>
        <p:nvPicPr>
          <p:cNvPr id="9" name="Picture 8" descr="Construction tools and gears">
            <a:extLst>
              <a:ext uri="{FF2B5EF4-FFF2-40B4-BE49-F238E27FC236}">
                <a16:creationId xmlns:a16="http://schemas.microsoft.com/office/drawing/2014/main" id="{4CFFBDE5-46F5-DBA9-0C48-F90DA3439F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930" r="4997" b="8"/>
          <a:stretch>
            <a:fillRect/>
          </a:stretch>
        </p:blipFill>
        <p:spPr>
          <a:xfrm>
            <a:off x="4979987" y="10"/>
            <a:ext cx="7212013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7309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E0C0B2A-3FD1-4235-A16E-0ED1E028A9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26000" y="3525773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9494E066-0146-46E9-BAF1-C33240ABA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2700000">
            <a:off x="10127693" y="4178240"/>
            <a:ext cx="633413" cy="1862138"/>
            <a:chOff x="5959192" y="333389"/>
            <a:chExt cx="633413" cy="1862138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B02BD80B-C499-4DAC-9580-575B04F865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959192" y="333389"/>
              <a:ext cx="633413" cy="1419225"/>
              <a:chOff x="5959192" y="333389"/>
              <a:chExt cx="633413" cy="1419225"/>
            </a:xfrm>
          </p:grpSpPr>
          <p:sp>
            <p:nvSpPr>
              <p:cNvPr id="13" name="Freeform 68">
                <a:extLst>
                  <a:ext uri="{FF2B5EF4-FFF2-40B4-BE49-F238E27FC236}">
                    <a16:creationId xmlns:a16="http://schemas.microsoft.com/office/drawing/2014/main" id="{CCF069F3-858C-4C67-90C2-46017C3D4CE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959192" y="333389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" name="Freeform 69">
                <a:extLst>
                  <a:ext uri="{FF2B5EF4-FFF2-40B4-BE49-F238E27FC236}">
                    <a16:creationId xmlns:a16="http://schemas.microsoft.com/office/drawing/2014/main" id="{8A1FFA52-DFA8-4A81-8A85-50BE13257F5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278280" y="333389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2" name="Line 70">
              <a:extLst>
                <a:ext uri="{FF2B5EF4-FFF2-40B4-BE49-F238E27FC236}">
                  <a16:creationId xmlns:a16="http://schemas.microsoft.com/office/drawing/2014/main" id="{BAEDA471-60CB-4A0C-B9AD-B2B3C51EA2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6278280" y="333389"/>
              <a:ext cx="0" cy="1862138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011B0B3-5679-4759-90B8-3B908C4CB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87DA18-7580-8AF3-475F-0E70B65E1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7101" y="1089025"/>
            <a:ext cx="7797799" cy="1532951"/>
          </a:xfr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 dirty="0"/>
              <a:t>Introduction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F9F7A1D-1090-4288-AA92-5E103402E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987925" y="2840038"/>
            <a:ext cx="2216150" cy="1177924"/>
            <a:chOff x="4987925" y="2840038"/>
            <a:chExt cx="2216150" cy="1177924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109F7CF-3139-48B9-AF7B-9BD2941A8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87925" y="2840038"/>
              <a:ext cx="2216150" cy="1177924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5F52CE0A-5FEB-41F7-AC08-13F9CCDA58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720702" y="2912637"/>
              <a:ext cx="1080000" cy="1080000"/>
              <a:chOff x="6879023" y="2912637"/>
              <a:chExt cx="1080000" cy="1080000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A731CECC-3215-4BBB-9435-8EE683B8E32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60443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26" name="Freeform 68">
                  <a:extLst>
                    <a:ext uri="{FF2B5EF4-FFF2-40B4-BE49-F238E27FC236}">
                      <a16:creationId xmlns:a16="http://schemas.microsoft.com/office/drawing/2014/main" id="{55668BB4-A5B1-47EB-B913-25AE6AB036B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7" name="Freeform 69">
                  <a:extLst>
                    <a:ext uri="{FF2B5EF4-FFF2-40B4-BE49-F238E27FC236}">
                      <a16:creationId xmlns:a16="http://schemas.microsoft.com/office/drawing/2014/main" id="{94A22C99-8239-43D4-81DE-86F79FF1D7D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8" name="Line 70">
                  <a:extLst>
                    <a:ext uri="{FF2B5EF4-FFF2-40B4-BE49-F238E27FC236}">
                      <a16:creationId xmlns:a16="http://schemas.microsoft.com/office/drawing/2014/main" id="{8103C5B8-06AC-40D5-B70E-00FC0783A96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FE3881FC-25BE-49F9-8318-512ECDA4FB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916369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23" name="Freeform 68">
                  <a:extLst>
                    <a:ext uri="{FF2B5EF4-FFF2-40B4-BE49-F238E27FC236}">
                      <a16:creationId xmlns:a16="http://schemas.microsoft.com/office/drawing/2014/main" id="{5A832B89-863F-48D0-A912-B1414A25443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4" name="Freeform 69">
                  <a:extLst>
                    <a:ext uri="{FF2B5EF4-FFF2-40B4-BE49-F238E27FC236}">
                      <a16:creationId xmlns:a16="http://schemas.microsoft.com/office/drawing/2014/main" id="{0BF5E77C-56C6-472D-B6A0-56C2E3D51B1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5" name="Line 70">
                  <a:extLst>
                    <a:ext uri="{FF2B5EF4-FFF2-40B4-BE49-F238E27FC236}">
                      <a16:creationId xmlns:a16="http://schemas.microsoft.com/office/drawing/2014/main" id="{8A3B85A2-B137-458E-B4D6-9141EA2D52A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0390176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16E9532-6DC7-411D-A09F-8413A5B95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Project Focus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31EFE3-CBF1-89A5-D877-36F8CD6D2141}"/>
              </a:ext>
            </a:extLst>
          </p:cNvPr>
          <p:cNvSpPr txBox="1"/>
          <p:nvPr/>
        </p:nvSpPr>
        <p:spPr>
          <a:xfrm>
            <a:off x="1158815" y="2977551"/>
            <a:ext cx="8609162" cy="206210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dirty="0"/>
              <a:t>Development of Finova, a culturally-aware personal finance mobile app that empowers individuals and families to manage expenses, income, savings goals, and financial habits.</a:t>
            </a:r>
          </a:p>
        </p:txBody>
      </p:sp>
    </p:spTree>
    <p:extLst>
      <p:ext uri="{BB962C8B-B14F-4D97-AF65-F5344CB8AC3E}">
        <p14:creationId xmlns:p14="http://schemas.microsoft.com/office/powerpoint/2010/main" val="4138923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B9311B-11FF-AE4B-8B12-9A6337D12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C0B1C97-5071-4E8F-5554-22822FB0F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Importance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AE8D8A-2A44-68F0-C83F-9747D2A63299}"/>
              </a:ext>
            </a:extLst>
          </p:cNvPr>
          <p:cNvSpPr txBox="1"/>
          <p:nvPr/>
        </p:nvSpPr>
        <p:spPr>
          <a:xfrm>
            <a:off x="1158815" y="2977551"/>
            <a:ext cx="8609162" cy="206210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dirty="0">
                <a:ea typeface="+mn-lt"/>
                <a:cs typeface="+mn-lt"/>
              </a:rPr>
              <a:t>Addresses gaps in existing apps by integrating cultural spending patterns and family financial management, promoting financial literacy and wellness.</a:t>
            </a:r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70727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16E9532-6DC7-411D-A09F-8413A5B95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US" dirty="0"/>
              <a:t>Planning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2C602EC3-0115-4FB6-BAA7-BCA17E61165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Enhance your Personal Finance.</a:t>
            </a:r>
          </a:p>
        </p:txBody>
      </p:sp>
    </p:spTree>
    <p:extLst>
      <p:ext uri="{BB962C8B-B14F-4D97-AF65-F5344CB8AC3E}">
        <p14:creationId xmlns:p14="http://schemas.microsoft.com/office/powerpoint/2010/main" val="23591855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D2EE047-566C-48D4-9F44-4BB3B58FB3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D7F9A0-D364-C129-711E-DB39F65EE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945926"/>
            <a:ext cx="3531600" cy="2483074"/>
          </a:xfr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 sz="3200">
                <a:ea typeface="+mj-lt"/>
                <a:cs typeface="+mj-lt"/>
              </a:rPr>
              <a:t>Features</a:t>
            </a:r>
            <a:endParaRPr lang="en-US"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9138C2-D767-D704-B348-0031C32F3491}"/>
              </a:ext>
            </a:extLst>
          </p:cNvPr>
          <p:cNvSpPr txBox="1"/>
          <p:nvPr/>
        </p:nvSpPr>
        <p:spPr>
          <a:xfrm>
            <a:off x="4997457" y="935999"/>
            <a:ext cx="6114543" cy="4832975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342900" indent="-342900">
              <a:lnSpc>
                <a:spcPct val="150000"/>
              </a:lnSpc>
              <a:spcAft>
                <a:spcPts val="600"/>
              </a:spcAft>
              <a:buFontTx/>
              <a:buAutoNum type="arabicPeriod"/>
            </a:pPr>
            <a:r>
              <a:rPr lang="en-US" sz="2000" spc="5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Multi-category Expense Tracking </a:t>
            </a:r>
            <a:r>
              <a:rPr lang="en-US" sz="2000" spc="50">
                <a:solidFill>
                  <a:schemeClr val="tx1">
                    <a:alpha val="60000"/>
                  </a:schemeClr>
                </a:solidFill>
              </a:rPr>
              <a:t>(</a:t>
            </a:r>
            <a:r>
              <a:rPr lang="en-US" sz="2000" spc="5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15+ categories including cultural expenses)</a:t>
            </a:r>
            <a:endParaRPr lang="en-US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Tx/>
              <a:buAutoNum type="arabicPeriod"/>
            </a:pPr>
            <a:r>
              <a:rPr lang="en-US" sz="2000" spc="5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Shopping list integration linked to expenses</a:t>
            </a:r>
            <a:endParaRPr lang="en-US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Tx/>
              <a:buAutoNum type="arabicPeriod"/>
            </a:pPr>
            <a:r>
              <a:rPr lang="en-US" sz="2000" spc="5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Income Management across multiple sources</a:t>
            </a:r>
            <a:endParaRPr lang="en-US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Tx/>
              <a:buAutoNum type="arabicPeriod"/>
            </a:pPr>
            <a:r>
              <a:rPr lang="en-US" sz="2000" spc="5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Family finance support functionality</a:t>
            </a:r>
            <a:endParaRPr lang="en-US">
              <a:solidFill>
                <a:schemeClr val="tx1">
                  <a:alpha val="60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Tx/>
              <a:buAutoNum type="arabicPeriod"/>
            </a:pPr>
            <a:r>
              <a:rPr lang="en-US" sz="2000" spc="5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Analytics dashboard with visualizations</a:t>
            </a:r>
            <a:endParaRPr lang="en-US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Tx/>
              <a:buAutoNum type="arabicPeriod"/>
            </a:pPr>
            <a:r>
              <a:rPr lang="en-US" sz="2000" spc="50">
                <a:solidFill>
                  <a:schemeClr val="tx1">
                    <a:alpha val="60000"/>
                  </a:schemeClr>
                </a:solidFill>
              </a:rPr>
              <a:t>Savings goal and habit tracking</a:t>
            </a:r>
            <a:endParaRPr lang="en-US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AutoNum type="arabicPeriod"/>
            </a:pPr>
            <a:r>
              <a:rPr lang="en-US" sz="2000" spc="5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Budget management with alerts</a:t>
            </a:r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48EE24C-0DEE-4852-98D1-766934BDA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8100000" flipH="1">
            <a:off x="1119768" y="3861832"/>
            <a:ext cx="1785984" cy="2211229"/>
            <a:chOff x="3125006" y="3171595"/>
            <a:chExt cx="1785984" cy="2211229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6CBEAFE-2CF0-4684-B451-EB4CC26C1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136819" y="3174345"/>
              <a:ext cx="1760933" cy="2208479"/>
              <a:chOff x="4749017" y="2998646"/>
              <a:chExt cx="1760933" cy="2208479"/>
            </a:xfrm>
          </p:grpSpPr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8829D087-6E8C-49B4-8B14-A7322D6C927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flipH="1">
                <a:off x="5630197" y="2998646"/>
                <a:ext cx="0" cy="2208479"/>
              </a:xfrm>
              <a:prstGeom prst="line">
                <a:avLst/>
              </a:prstGeom>
              <a:ln w="12700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806AD7EE-911D-452D-BB96-558319A672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0800000" flipH="1">
                <a:off x="4749017" y="4416771"/>
                <a:ext cx="1760933" cy="0"/>
              </a:xfrm>
              <a:prstGeom prst="line">
                <a:avLst/>
              </a:prstGeom>
              <a:ln w="12700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Rectangle 30">
                <a:extLst>
                  <a:ext uri="{FF2B5EF4-FFF2-40B4-BE49-F238E27FC236}">
                    <a16:creationId xmlns:a16="http://schemas.microsoft.com/office/drawing/2014/main" id="{EFB3432A-F33E-4636-93EA-39E5DE75C6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3500000">
                <a:off x="5136242" y="3224252"/>
                <a:ext cx="987915" cy="987915"/>
              </a:xfrm>
              <a:custGeom>
                <a:avLst/>
                <a:gdLst>
                  <a:gd name="connsiteX0" fmla="*/ 0 w 1302493"/>
                  <a:gd name="connsiteY0" fmla="*/ 0 h 1302493"/>
                  <a:gd name="connsiteX1" fmla="*/ 1302493 w 1302493"/>
                  <a:gd name="connsiteY1" fmla="*/ 0 h 1302493"/>
                  <a:gd name="connsiteX2" fmla="*/ 1302493 w 1302493"/>
                  <a:gd name="connsiteY2" fmla="*/ 1302493 h 1302493"/>
                  <a:gd name="connsiteX3" fmla="*/ 0 w 1302493"/>
                  <a:gd name="connsiteY3" fmla="*/ 1302493 h 1302493"/>
                  <a:gd name="connsiteX4" fmla="*/ 0 w 1302493"/>
                  <a:gd name="connsiteY4" fmla="*/ 0 h 1302493"/>
                  <a:gd name="connsiteX0" fmla="*/ 1302493 w 1393933"/>
                  <a:gd name="connsiteY0" fmla="*/ 1302493 h 1393933"/>
                  <a:gd name="connsiteX1" fmla="*/ 0 w 1393933"/>
                  <a:gd name="connsiteY1" fmla="*/ 1302493 h 1393933"/>
                  <a:gd name="connsiteX2" fmla="*/ 0 w 1393933"/>
                  <a:gd name="connsiteY2" fmla="*/ 0 h 1393933"/>
                  <a:gd name="connsiteX3" fmla="*/ 1302493 w 1393933"/>
                  <a:gd name="connsiteY3" fmla="*/ 0 h 1393933"/>
                  <a:gd name="connsiteX4" fmla="*/ 1393933 w 1393933"/>
                  <a:gd name="connsiteY4" fmla="*/ 1393933 h 1393933"/>
                  <a:gd name="connsiteX0" fmla="*/ 0 w 1393933"/>
                  <a:gd name="connsiteY0" fmla="*/ 1302493 h 1393933"/>
                  <a:gd name="connsiteX1" fmla="*/ 0 w 1393933"/>
                  <a:gd name="connsiteY1" fmla="*/ 0 h 1393933"/>
                  <a:gd name="connsiteX2" fmla="*/ 1302493 w 1393933"/>
                  <a:gd name="connsiteY2" fmla="*/ 0 h 1393933"/>
                  <a:gd name="connsiteX3" fmla="*/ 1393933 w 1393933"/>
                  <a:gd name="connsiteY3" fmla="*/ 1393933 h 1393933"/>
                  <a:gd name="connsiteX0" fmla="*/ 0 w 1302493"/>
                  <a:gd name="connsiteY0" fmla="*/ 1302493 h 1302493"/>
                  <a:gd name="connsiteX1" fmla="*/ 0 w 1302493"/>
                  <a:gd name="connsiteY1" fmla="*/ 0 h 1302493"/>
                  <a:gd name="connsiteX2" fmla="*/ 1302493 w 1302493"/>
                  <a:gd name="connsiteY2" fmla="*/ 0 h 1302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02493" h="1302493">
                    <a:moveTo>
                      <a:pt x="0" y="1302493"/>
                    </a:moveTo>
                    <a:lnTo>
                      <a:pt x="0" y="0"/>
                    </a:lnTo>
                    <a:lnTo>
                      <a:pt x="1302493" y="0"/>
                    </a:lnTo>
                  </a:path>
                </a:pathLst>
              </a:custGeom>
              <a:noFill/>
              <a:ln w="12700"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30">
                <a:extLst>
                  <a:ext uri="{FF2B5EF4-FFF2-40B4-BE49-F238E27FC236}">
                    <a16:creationId xmlns:a16="http://schemas.microsoft.com/office/drawing/2014/main" id="{201E85ED-EC70-4C1F-ADA1-385AFA3DBC4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3500000">
                <a:off x="5327037" y="3070731"/>
                <a:ext cx="606323" cy="606323"/>
              </a:xfrm>
              <a:custGeom>
                <a:avLst/>
                <a:gdLst>
                  <a:gd name="connsiteX0" fmla="*/ 0 w 1302493"/>
                  <a:gd name="connsiteY0" fmla="*/ 0 h 1302493"/>
                  <a:gd name="connsiteX1" fmla="*/ 1302493 w 1302493"/>
                  <a:gd name="connsiteY1" fmla="*/ 0 h 1302493"/>
                  <a:gd name="connsiteX2" fmla="*/ 1302493 w 1302493"/>
                  <a:gd name="connsiteY2" fmla="*/ 1302493 h 1302493"/>
                  <a:gd name="connsiteX3" fmla="*/ 0 w 1302493"/>
                  <a:gd name="connsiteY3" fmla="*/ 1302493 h 1302493"/>
                  <a:gd name="connsiteX4" fmla="*/ 0 w 1302493"/>
                  <a:gd name="connsiteY4" fmla="*/ 0 h 1302493"/>
                  <a:gd name="connsiteX0" fmla="*/ 1302493 w 1393933"/>
                  <a:gd name="connsiteY0" fmla="*/ 1302493 h 1393933"/>
                  <a:gd name="connsiteX1" fmla="*/ 0 w 1393933"/>
                  <a:gd name="connsiteY1" fmla="*/ 1302493 h 1393933"/>
                  <a:gd name="connsiteX2" fmla="*/ 0 w 1393933"/>
                  <a:gd name="connsiteY2" fmla="*/ 0 h 1393933"/>
                  <a:gd name="connsiteX3" fmla="*/ 1302493 w 1393933"/>
                  <a:gd name="connsiteY3" fmla="*/ 0 h 1393933"/>
                  <a:gd name="connsiteX4" fmla="*/ 1393933 w 1393933"/>
                  <a:gd name="connsiteY4" fmla="*/ 1393933 h 1393933"/>
                  <a:gd name="connsiteX0" fmla="*/ 0 w 1393933"/>
                  <a:gd name="connsiteY0" fmla="*/ 1302493 h 1393933"/>
                  <a:gd name="connsiteX1" fmla="*/ 0 w 1393933"/>
                  <a:gd name="connsiteY1" fmla="*/ 0 h 1393933"/>
                  <a:gd name="connsiteX2" fmla="*/ 1302493 w 1393933"/>
                  <a:gd name="connsiteY2" fmla="*/ 0 h 1393933"/>
                  <a:gd name="connsiteX3" fmla="*/ 1393933 w 1393933"/>
                  <a:gd name="connsiteY3" fmla="*/ 1393933 h 1393933"/>
                  <a:gd name="connsiteX0" fmla="*/ 0 w 1302493"/>
                  <a:gd name="connsiteY0" fmla="*/ 1302493 h 1302493"/>
                  <a:gd name="connsiteX1" fmla="*/ 0 w 1302493"/>
                  <a:gd name="connsiteY1" fmla="*/ 0 h 1302493"/>
                  <a:gd name="connsiteX2" fmla="*/ 1302493 w 1302493"/>
                  <a:gd name="connsiteY2" fmla="*/ 0 h 1302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02493" h="1302493">
                    <a:moveTo>
                      <a:pt x="0" y="1302493"/>
                    </a:moveTo>
                    <a:lnTo>
                      <a:pt x="0" y="0"/>
                    </a:lnTo>
                    <a:lnTo>
                      <a:pt x="1302493" y="0"/>
                    </a:lnTo>
                  </a:path>
                </a:pathLst>
              </a:custGeom>
              <a:noFill/>
              <a:ln w="12700"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596CFCCC-96DF-4A61-9E5D-558B1B9475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125006" y="3171595"/>
              <a:ext cx="1785984" cy="1799739"/>
              <a:chOff x="6879836" y="3516901"/>
              <a:chExt cx="1785984" cy="1799739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FC78AD6F-09CE-4B30-BD5B-385DC487EF1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879836" y="3521665"/>
                <a:ext cx="892801" cy="1794975"/>
              </a:xfrm>
              <a:custGeom>
                <a:avLst/>
                <a:gdLst>
                  <a:gd name="connsiteX0" fmla="*/ 892801 w 892801"/>
                  <a:gd name="connsiteY0" fmla="*/ 0 h 1794975"/>
                  <a:gd name="connsiteX1" fmla="*/ 892801 w 892801"/>
                  <a:gd name="connsiteY1" fmla="*/ 1434622 h 1794975"/>
                  <a:gd name="connsiteX2" fmla="*/ 845919 w 892801"/>
                  <a:gd name="connsiteY2" fmla="*/ 1533379 h 1794975"/>
                  <a:gd name="connsiteX3" fmla="*/ 440820 w 892801"/>
                  <a:gd name="connsiteY3" fmla="*/ 1794916 h 1794975"/>
                  <a:gd name="connsiteX4" fmla="*/ 379878 w 892801"/>
                  <a:gd name="connsiteY4" fmla="*/ 1791253 h 1794975"/>
                  <a:gd name="connsiteX5" fmla="*/ 763083 w 892801"/>
                  <a:gd name="connsiteY5" fmla="*/ 100140 h 1794975"/>
                  <a:gd name="connsiteX6" fmla="*/ 892801 w 892801"/>
                  <a:gd name="connsiteY6" fmla="*/ 0 h 1794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801" h="1794975">
                    <a:moveTo>
                      <a:pt x="892801" y="0"/>
                    </a:moveTo>
                    <a:lnTo>
                      <a:pt x="892801" y="1434622"/>
                    </a:lnTo>
                    <a:lnTo>
                      <a:pt x="845919" y="1533379"/>
                    </a:lnTo>
                    <a:cubicBezTo>
                      <a:pt x="735106" y="1711682"/>
                      <a:pt x="584368" y="1792418"/>
                      <a:pt x="440820" y="1794916"/>
                    </a:cubicBezTo>
                    <a:cubicBezTo>
                      <a:pt x="420314" y="1795273"/>
                      <a:pt x="399954" y="1794033"/>
                      <a:pt x="379878" y="1791253"/>
                    </a:cubicBezTo>
                    <a:cubicBezTo>
                      <a:pt x="-41718" y="1732871"/>
                      <a:pt x="-338017" y="995203"/>
                      <a:pt x="763083" y="100140"/>
                    </a:cubicBezTo>
                    <a:lnTo>
                      <a:pt x="892801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5CE9B157-EB63-48A0-9199-65F4594C1CF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72637" y="3516901"/>
                <a:ext cx="893183" cy="1795123"/>
              </a:xfrm>
              <a:custGeom>
                <a:avLst/>
                <a:gdLst>
                  <a:gd name="connsiteX0" fmla="*/ 191 w 893183"/>
                  <a:gd name="connsiteY0" fmla="*/ 0 h 1795123"/>
                  <a:gd name="connsiteX1" fmla="*/ 130101 w 893183"/>
                  <a:gd name="connsiteY1" fmla="*/ 100288 h 1795123"/>
                  <a:gd name="connsiteX2" fmla="*/ 513306 w 893183"/>
                  <a:gd name="connsiteY2" fmla="*/ 1791401 h 1795123"/>
                  <a:gd name="connsiteX3" fmla="*/ 47265 w 893183"/>
                  <a:gd name="connsiteY3" fmla="*/ 1533527 h 1795123"/>
                  <a:gd name="connsiteX4" fmla="*/ 192 w 893183"/>
                  <a:gd name="connsiteY4" fmla="*/ 1434367 h 1795123"/>
                  <a:gd name="connsiteX5" fmla="*/ 192 w 893183"/>
                  <a:gd name="connsiteY5" fmla="*/ 1438981 h 1795123"/>
                  <a:gd name="connsiteX6" fmla="*/ 0 w 893183"/>
                  <a:gd name="connsiteY6" fmla="*/ 1439386 h 1795123"/>
                  <a:gd name="connsiteX7" fmla="*/ 0 w 893183"/>
                  <a:gd name="connsiteY7" fmla="*/ 4764 h 1795123"/>
                  <a:gd name="connsiteX8" fmla="*/ 191 w 893183"/>
                  <a:gd name="connsiteY8" fmla="*/ 4616 h 1795123"/>
                  <a:gd name="connsiteX9" fmla="*/ 191 w 893183"/>
                  <a:gd name="connsiteY9" fmla="*/ 0 h 17951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93183" h="1795123">
                    <a:moveTo>
                      <a:pt x="191" y="0"/>
                    </a:moveTo>
                    <a:lnTo>
                      <a:pt x="130101" y="100288"/>
                    </a:lnTo>
                    <a:cubicBezTo>
                      <a:pt x="1231201" y="995351"/>
                      <a:pt x="934902" y="1733019"/>
                      <a:pt x="513306" y="1791401"/>
                    </a:cubicBezTo>
                    <a:cubicBezTo>
                      <a:pt x="352699" y="1813642"/>
                      <a:pt x="173909" y="1737302"/>
                      <a:pt x="47265" y="1533527"/>
                    </a:cubicBezTo>
                    <a:lnTo>
                      <a:pt x="192" y="1434367"/>
                    </a:lnTo>
                    <a:lnTo>
                      <a:pt x="192" y="1438981"/>
                    </a:lnTo>
                    <a:lnTo>
                      <a:pt x="0" y="1439386"/>
                    </a:lnTo>
                    <a:lnTo>
                      <a:pt x="0" y="4764"/>
                    </a:lnTo>
                    <a:lnTo>
                      <a:pt x="191" y="4616"/>
                    </a:lnTo>
                    <a:lnTo>
                      <a:pt x="191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238658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D912D0-A5D0-9284-E7F3-F877C410A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DBD4B29-021D-87F5-2F8D-742CE37C56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4060E2-3657-E1EA-F55B-A36ABC4CF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945926"/>
            <a:ext cx="3531600" cy="2483074"/>
          </a:xfr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 sz="3200" dirty="0">
                <a:ea typeface="+mj-lt"/>
                <a:cs typeface="+mj-lt"/>
              </a:rPr>
              <a:t>Requirements</a:t>
            </a:r>
            <a:endParaRPr lang="en-US" dirty="0" err="1"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6EAAC8-4D3D-39E6-1B78-E4C9A2E6343E}"/>
              </a:ext>
            </a:extLst>
          </p:cNvPr>
          <p:cNvSpPr txBox="1"/>
          <p:nvPr/>
        </p:nvSpPr>
        <p:spPr>
          <a:xfrm>
            <a:off x="4997457" y="935999"/>
            <a:ext cx="6114543" cy="4832975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457200" indent="-457200">
              <a:buAutoNum type="arabicPeriod"/>
            </a:pPr>
            <a:r>
              <a:rPr lang="en-US" sz="2000" b="1" spc="50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Functional:</a:t>
            </a:r>
            <a:r>
              <a:rPr lang="en-US" sz="2000" spc="50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 </a:t>
            </a:r>
            <a:br>
              <a:rPr lang="en-US" sz="2000" spc="50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</a:br>
            <a:r>
              <a:rPr lang="en-US" sz="2000" spc="50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User authentication, expense/income tracking, habit formation, alerts</a:t>
            </a:r>
            <a:endParaRPr lang="en-US" dirty="0">
              <a:solidFill>
                <a:schemeClr val="tx1">
                  <a:alpha val="60000"/>
                </a:schemeClr>
              </a:solidFill>
            </a:endParaRPr>
          </a:p>
          <a:p>
            <a:pPr marL="457200" indent="-457200">
              <a:buAutoNum type="arabicPeriod"/>
            </a:pPr>
            <a:endParaRPr lang="en-US" sz="2000" spc="50" dirty="0">
              <a:solidFill>
                <a:schemeClr val="tx1">
                  <a:alpha val="60000"/>
                </a:schemeClr>
              </a:solidFill>
              <a:ea typeface="+mn-lt"/>
              <a:cs typeface="+mn-lt"/>
            </a:endParaRPr>
          </a:p>
          <a:p>
            <a:pPr marL="457200" indent="-457200">
              <a:buAutoNum type="arabicPeriod"/>
            </a:pPr>
            <a:r>
              <a:rPr lang="en-US" sz="2000" b="1" spc="50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Non-Functional:</a:t>
            </a:r>
            <a:r>
              <a:rPr lang="en-US" sz="2000" spc="50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 </a:t>
            </a:r>
            <a:br>
              <a:rPr lang="en-US" sz="2000" spc="50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</a:br>
            <a:r>
              <a:rPr lang="en-US" sz="2000" spc="50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Performance on mid-range devices, offline functionality, security compliance</a:t>
            </a:r>
            <a:endParaRPr lang="en-US" dirty="0">
              <a:solidFill>
                <a:schemeClr val="tx1">
                  <a:alpha val="60000"/>
                </a:schemeClr>
              </a:solidFill>
              <a:ea typeface="+mn-lt"/>
              <a:cs typeface="+mn-lt"/>
            </a:endParaRPr>
          </a:p>
          <a:p>
            <a:pPr marL="457200" indent="-457200">
              <a:buAutoNum type="arabicPeriod"/>
            </a:pPr>
            <a:endParaRPr lang="en-US" sz="2000" spc="50" dirty="0">
              <a:solidFill>
                <a:schemeClr val="tx1">
                  <a:alpha val="60000"/>
                </a:schemeClr>
              </a:solidFill>
              <a:ea typeface="+mn-lt"/>
              <a:cs typeface="+mn-lt"/>
            </a:endParaRPr>
          </a:p>
          <a:p>
            <a:pPr marL="457200" indent="-457200">
              <a:buAutoNum type="arabicPeriod"/>
            </a:pPr>
            <a:r>
              <a:rPr lang="en-US" sz="2000" b="1" spc="50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Technical:</a:t>
            </a:r>
            <a:r>
              <a:rPr lang="en-US" sz="2000" spc="50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 </a:t>
            </a:r>
            <a:br>
              <a:rPr lang="en-US" sz="2000" spc="50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</a:br>
            <a:r>
              <a:rPr lang="en-US" sz="2000" spc="50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React Native with Expo, </a:t>
            </a:r>
            <a:r>
              <a:rPr lang="en-US" sz="2000" spc="50" dirty="0" err="1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Supabase</a:t>
            </a:r>
            <a:r>
              <a:rPr lang="en-US" sz="2000" spc="50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 backend, TypeScript, React Native Paper UI</a:t>
            </a:r>
            <a:endParaRPr lang="en-US" dirty="0">
              <a:solidFill>
                <a:schemeClr val="tx1">
                  <a:alpha val="60000"/>
                </a:schemeClr>
              </a:solidFill>
              <a:ea typeface="+mn-lt"/>
              <a:cs typeface="+mn-lt"/>
            </a:endParaRPr>
          </a:p>
          <a:p>
            <a:pPr marL="457200" indent="-457200">
              <a:buAutoNum type="arabicPeriod"/>
            </a:pPr>
            <a:endParaRPr lang="en-US" sz="2000" spc="50" dirty="0">
              <a:solidFill>
                <a:schemeClr val="tx1">
                  <a:alpha val="60000"/>
                </a:schemeClr>
              </a:solidFill>
              <a:ea typeface="+mn-lt"/>
              <a:cs typeface="+mn-lt"/>
            </a:endParaRPr>
          </a:p>
          <a:p>
            <a:pPr marL="457200" indent="-457200">
              <a:buAutoNum type="arabicPeriod"/>
            </a:pPr>
            <a:r>
              <a:rPr lang="en-US" sz="2000" b="1" spc="50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Business:</a:t>
            </a:r>
            <a:r>
              <a:rPr lang="en-US" sz="2000" spc="50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 </a:t>
            </a:r>
            <a:br>
              <a:rPr lang="en-US" sz="2000" spc="50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</a:br>
            <a:r>
              <a:rPr lang="en-US" sz="2000" spc="50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Self-funded development, cultural sensitivity, Play Store policies compliance</a:t>
            </a:r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1CFFB17-6488-262B-491D-F117B779A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8100000" flipH="1">
            <a:off x="1119768" y="3861832"/>
            <a:ext cx="1785984" cy="2211229"/>
            <a:chOff x="3125006" y="3171595"/>
            <a:chExt cx="1785984" cy="2211229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33460210-22E8-F739-A7EA-1DF8F78463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136819" y="3174345"/>
              <a:ext cx="1760933" cy="2208479"/>
              <a:chOff x="4749017" y="2998646"/>
              <a:chExt cx="1760933" cy="2208479"/>
            </a:xfrm>
          </p:grpSpPr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9A910B0C-3C79-9460-8BEA-AC515A66E8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flipH="1">
                <a:off x="5630197" y="2998646"/>
                <a:ext cx="0" cy="2208479"/>
              </a:xfrm>
              <a:prstGeom prst="line">
                <a:avLst/>
              </a:prstGeom>
              <a:ln w="12700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ECB9C7AA-9859-EBFF-83EB-775CE34FFA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0800000" flipH="1">
                <a:off x="4749017" y="4416771"/>
                <a:ext cx="1760933" cy="0"/>
              </a:xfrm>
              <a:prstGeom prst="line">
                <a:avLst/>
              </a:prstGeom>
              <a:ln w="12700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Rectangle 30">
                <a:extLst>
                  <a:ext uri="{FF2B5EF4-FFF2-40B4-BE49-F238E27FC236}">
                    <a16:creationId xmlns:a16="http://schemas.microsoft.com/office/drawing/2014/main" id="{207C869F-3C03-C739-BE11-4C9F0809ADE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3500000">
                <a:off x="5136242" y="3224252"/>
                <a:ext cx="987915" cy="987915"/>
              </a:xfrm>
              <a:custGeom>
                <a:avLst/>
                <a:gdLst>
                  <a:gd name="connsiteX0" fmla="*/ 0 w 1302493"/>
                  <a:gd name="connsiteY0" fmla="*/ 0 h 1302493"/>
                  <a:gd name="connsiteX1" fmla="*/ 1302493 w 1302493"/>
                  <a:gd name="connsiteY1" fmla="*/ 0 h 1302493"/>
                  <a:gd name="connsiteX2" fmla="*/ 1302493 w 1302493"/>
                  <a:gd name="connsiteY2" fmla="*/ 1302493 h 1302493"/>
                  <a:gd name="connsiteX3" fmla="*/ 0 w 1302493"/>
                  <a:gd name="connsiteY3" fmla="*/ 1302493 h 1302493"/>
                  <a:gd name="connsiteX4" fmla="*/ 0 w 1302493"/>
                  <a:gd name="connsiteY4" fmla="*/ 0 h 1302493"/>
                  <a:gd name="connsiteX0" fmla="*/ 1302493 w 1393933"/>
                  <a:gd name="connsiteY0" fmla="*/ 1302493 h 1393933"/>
                  <a:gd name="connsiteX1" fmla="*/ 0 w 1393933"/>
                  <a:gd name="connsiteY1" fmla="*/ 1302493 h 1393933"/>
                  <a:gd name="connsiteX2" fmla="*/ 0 w 1393933"/>
                  <a:gd name="connsiteY2" fmla="*/ 0 h 1393933"/>
                  <a:gd name="connsiteX3" fmla="*/ 1302493 w 1393933"/>
                  <a:gd name="connsiteY3" fmla="*/ 0 h 1393933"/>
                  <a:gd name="connsiteX4" fmla="*/ 1393933 w 1393933"/>
                  <a:gd name="connsiteY4" fmla="*/ 1393933 h 1393933"/>
                  <a:gd name="connsiteX0" fmla="*/ 0 w 1393933"/>
                  <a:gd name="connsiteY0" fmla="*/ 1302493 h 1393933"/>
                  <a:gd name="connsiteX1" fmla="*/ 0 w 1393933"/>
                  <a:gd name="connsiteY1" fmla="*/ 0 h 1393933"/>
                  <a:gd name="connsiteX2" fmla="*/ 1302493 w 1393933"/>
                  <a:gd name="connsiteY2" fmla="*/ 0 h 1393933"/>
                  <a:gd name="connsiteX3" fmla="*/ 1393933 w 1393933"/>
                  <a:gd name="connsiteY3" fmla="*/ 1393933 h 1393933"/>
                  <a:gd name="connsiteX0" fmla="*/ 0 w 1302493"/>
                  <a:gd name="connsiteY0" fmla="*/ 1302493 h 1302493"/>
                  <a:gd name="connsiteX1" fmla="*/ 0 w 1302493"/>
                  <a:gd name="connsiteY1" fmla="*/ 0 h 1302493"/>
                  <a:gd name="connsiteX2" fmla="*/ 1302493 w 1302493"/>
                  <a:gd name="connsiteY2" fmla="*/ 0 h 1302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02493" h="1302493">
                    <a:moveTo>
                      <a:pt x="0" y="1302493"/>
                    </a:moveTo>
                    <a:lnTo>
                      <a:pt x="0" y="0"/>
                    </a:lnTo>
                    <a:lnTo>
                      <a:pt x="1302493" y="0"/>
                    </a:lnTo>
                  </a:path>
                </a:pathLst>
              </a:custGeom>
              <a:noFill/>
              <a:ln w="12700"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30">
                <a:extLst>
                  <a:ext uri="{FF2B5EF4-FFF2-40B4-BE49-F238E27FC236}">
                    <a16:creationId xmlns:a16="http://schemas.microsoft.com/office/drawing/2014/main" id="{FE068990-FA48-BB7D-6A1C-B9771EEB1F2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3500000">
                <a:off x="5327037" y="3070731"/>
                <a:ext cx="606323" cy="606323"/>
              </a:xfrm>
              <a:custGeom>
                <a:avLst/>
                <a:gdLst>
                  <a:gd name="connsiteX0" fmla="*/ 0 w 1302493"/>
                  <a:gd name="connsiteY0" fmla="*/ 0 h 1302493"/>
                  <a:gd name="connsiteX1" fmla="*/ 1302493 w 1302493"/>
                  <a:gd name="connsiteY1" fmla="*/ 0 h 1302493"/>
                  <a:gd name="connsiteX2" fmla="*/ 1302493 w 1302493"/>
                  <a:gd name="connsiteY2" fmla="*/ 1302493 h 1302493"/>
                  <a:gd name="connsiteX3" fmla="*/ 0 w 1302493"/>
                  <a:gd name="connsiteY3" fmla="*/ 1302493 h 1302493"/>
                  <a:gd name="connsiteX4" fmla="*/ 0 w 1302493"/>
                  <a:gd name="connsiteY4" fmla="*/ 0 h 1302493"/>
                  <a:gd name="connsiteX0" fmla="*/ 1302493 w 1393933"/>
                  <a:gd name="connsiteY0" fmla="*/ 1302493 h 1393933"/>
                  <a:gd name="connsiteX1" fmla="*/ 0 w 1393933"/>
                  <a:gd name="connsiteY1" fmla="*/ 1302493 h 1393933"/>
                  <a:gd name="connsiteX2" fmla="*/ 0 w 1393933"/>
                  <a:gd name="connsiteY2" fmla="*/ 0 h 1393933"/>
                  <a:gd name="connsiteX3" fmla="*/ 1302493 w 1393933"/>
                  <a:gd name="connsiteY3" fmla="*/ 0 h 1393933"/>
                  <a:gd name="connsiteX4" fmla="*/ 1393933 w 1393933"/>
                  <a:gd name="connsiteY4" fmla="*/ 1393933 h 1393933"/>
                  <a:gd name="connsiteX0" fmla="*/ 0 w 1393933"/>
                  <a:gd name="connsiteY0" fmla="*/ 1302493 h 1393933"/>
                  <a:gd name="connsiteX1" fmla="*/ 0 w 1393933"/>
                  <a:gd name="connsiteY1" fmla="*/ 0 h 1393933"/>
                  <a:gd name="connsiteX2" fmla="*/ 1302493 w 1393933"/>
                  <a:gd name="connsiteY2" fmla="*/ 0 h 1393933"/>
                  <a:gd name="connsiteX3" fmla="*/ 1393933 w 1393933"/>
                  <a:gd name="connsiteY3" fmla="*/ 1393933 h 1393933"/>
                  <a:gd name="connsiteX0" fmla="*/ 0 w 1302493"/>
                  <a:gd name="connsiteY0" fmla="*/ 1302493 h 1302493"/>
                  <a:gd name="connsiteX1" fmla="*/ 0 w 1302493"/>
                  <a:gd name="connsiteY1" fmla="*/ 0 h 1302493"/>
                  <a:gd name="connsiteX2" fmla="*/ 1302493 w 1302493"/>
                  <a:gd name="connsiteY2" fmla="*/ 0 h 1302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02493" h="1302493">
                    <a:moveTo>
                      <a:pt x="0" y="1302493"/>
                    </a:moveTo>
                    <a:lnTo>
                      <a:pt x="0" y="0"/>
                    </a:lnTo>
                    <a:lnTo>
                      <a:pt x="1302493" y="0"/>
                    </a:lnTo>
                  </a:path>
                </a:pathLst>
              </a:custGeom>
              <a:noFill/>
              <a:ln w="12700"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EA839273-0C23-DB33-4345-7824262698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125006" y="3171595"/>
              <a:ext cx="1785984" cy="1799739"/>
              <a:chOff x="6879836" y="3516901"/>
              <a:chExt cx="1785984" cy="1799739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70A63A55-D538-B70F-A2A1-587DE2442B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879836" y="3521665"/>
                <a:ext cx="892801" cy="1794975"/>
              </a:xfrm>
              <a:custGeom>
                <a:avLst/>
                <a:gdLst>
                  <a:gd name="connsiteX0" fmla="*/ 892801 w 892801"/>
                  <a:gd name="connsiteY0" fmla="*/ 0 h 1794975"/>
                  <a:gd name="connsiteX1" fmla="*/ 892801 w 892801"/>
                  <a:gd name="connsiteY1" fmla="*/ 1434622 h 1794975"/>
                  <a:gd name="connsiteX2" fmla="*/ 845919 w 892801"/>
                  <a:gd name="connsiteY2" fmla="*/ 1533379 h 1794975"/>
                  <a:gd name="connsiteX3" fmla="*/ 440820 w 892801"/>
                  <a:gd name="connsiteY3" fmla="*/ 1794916 h 1794975"/>
                  <a:gd name="connsiteX4" fmla="*/ 379878 w 892801"/>
                  <a:gd name="connsiteY4" fmla="*/ 1791253 h 1794975"/>
                  <a:gd name="connsiteX5" fmla="*/ 763083 w 892801"/>
                  <a:gd name="connsiteY5" fmla="*/ 100140 h 1794975"/>
                  <a:gd name="connsiteX6" fmla="*/ 892801 w 892801"/>
                  <a:gd name="connsiteY6" fmla="*/ 0 h 1794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801" h="1794975">
                    <a:moveTo>
                      <a:pt x="892801" y="0"/>
                    </a:moveTo>
                    <a:lnTo>
                      <a:pt x="892801" y="1434622"/>
                    </a:lnTo>
                    <a:lnTo>
                      <a:pt x="845919" y="1533379"/>
                    </a:lnTo>
                    <a:cubicBezTo>
                      <a:pt x="735106" y="1711682"/>
                      <a:pt x="584368" y="1792418"/>
                      <a:pt x="440820" y="1794916"/>
                    </a:cubicBezTo>
                    <a:cubicBezTo>
                      <a:pt x="420314" y="1795273"/>
                      <a:pt x="399954" y="1794033"/>
                      <a:pt x="379878" y="1791253"/>
                    </a:cubicBezTo>
                    <a:cubicBezTo>
                      <a:pt x="-41718" y="1732871"/>
                      <a:pt x="-338017" y="995203"/>
                      <a:pt x="763083" y="100140"/>
                    </a:cubicBezTo>
                    <a:lnTo>
                      <a:pt x="892801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7EFE4BFF-4CE8-4A59-A304-823C681E94B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72637" y="3516901"/>
                <a:ext cx="893183" cy="1795123"/>
              </a:xfrm>
              <a:custGeom>
                <a:avLst/>
                <a:gdLst>
                  <a:gd name="connsiteX0" fmla="*/ 191 w 893183"/>
                  <a:gd name="connsiteY0" fmla="*/ 0 h 1795123"/>
                  <a:gd name="connsiteX1" fmla="*/ 130101 w 893183"/>
                  <a:gd name="connsiteY1" fmla="*/ 100288 h 1795123"/>
                  <a:gd name="connsiteX2" fmla="*/ 513306 w 893183"/>
                  <a:gd name="connsiteY2" fmla="*/ 1791401 h 1795123"/>
                  <a:gd name="connsiteX3" fmla="*/ 47265 w 893183"/>
                  <a:gd name="connsiteY3" fmla="*/ 1533527 h 1795123"/>
                  <a:gd name="connsiteX4" fmla="*/ 192 w 893183"/>
                  <a:gd name="connsiteY4" fmla="*/ 1434367 h 1795123"/>
                  <a:gd name="connsiteX5" fmla="*/ 192 w 893183"/>
                  <a:gd name="connsiteY5" fmla="*/ 1438981 h 1795123"/>
                  <a:gd name="connsiteX6" fmla="*/ 0 w 893183"/>
                  <a:gd name="connsiteY6" fmla="*/ 1439386 h 1795123"/>
                  <a:gd name="connsiteX7" fmla="*/ 0 w 893183"/>
                  <a:gd name="connsiteY7" fmla="*/ 4764 h 1795123"/>
                  <a:gd name="connsiteX8" fmla="*/ 191 w 893183"/>
                  <a:gd name="connsiteY8" fmla="*/ 4616 h 1795123"/>
                  <a:gd name="connsiteX9" fmla="*/ 191 w 893183"/>
                  <a:gd name="connsiteY9" fmla="*/ 0 h 17951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93183" h="1795123">
                    <a:moveTo>
                      <a:pt x="191" y="0"/>
                    </a:moveTo>
                    <a:lnTo>
                      <a:pt x="130101" y="100288"/>
                    </a:lnTo>
                    <a:cubicBezTo>
                      <a:pt x="1231201" y="995351"/>
                      <a:pt x="934902" y="1733019"/>
                      <a:pt x="513306" y="1791401"/>
                    </a:cubicBezTo>
                    <a:cubicBezTo>
                      <a:pt x="352699" y="1813642"/>
                      <a:pt x="173909" y="1737302"/>
                      <a:pt x="47265" y="1533527"/>
                    </a:cubicBezTo>
                    <a:lnTo>
                      <a:pt x="192" y="1434367"/>
                    </a:lnTo>
                    <a:lnTo>
                      <a:pt x="192" y="1438981"/>
                    </a:lnTo>
                    <a:lnTo>
                      <a:pt x="0" y="1439386"/>
                    </a:lnTo>
                    <a:lnTo>
                      <a:pt x="0" y="4764"/>
                    </a:lnTo>
                    <a:lnTo>
                      <a:pt x="191" y="4616"/>
                    </a:lnTo>
                    <a:lnTo>
                      <a:pt x="191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106511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D5B478-D1A0-F94C-1254-D042B1776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9DB65B-A43F-C0AB-D635-B6D263035A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267F0A-335F-EF23-AF64-ED2EC01A4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945926"/>
            <a:ext cx="3531600" cy="2483074"/>
          </a:xfr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 sz="3200" dirty="0">
                <a:ea typeface="+mj-lt"/>
                <a:cs typeface="+mj-lt"/>
              </a:rPr>
              <a:t>Tools and Technologies</a:t>
            </a:r>
            <a:endParaRPr lang="en-US" dirty="0"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84773F-425E-00A6-4711-1570094689F9}"/>
              </a:ext>
            </a:extLst>
          </p:cNvPr>
          <p:cNvSpPr txBox="1"/>
          <p:nvPr/>
        </p:nvSpPr>
        <p:spPr>
          <a:xfrm>
            <a:off x="4997457" y="935999"/>
            <a:ext cx="6114543" cy="4832975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457200" indent="-457200">
              <a:buAutoNum type="arabicPeriod"/>
            </a:pPr>
            <a:r>
              <a:rPr lang="en-US" sz="2000" b="1" spc="50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Development IDE:</a:t>
            </a:r>
            <a:r>
              <a:rPr lang="en-US" sz="2000" spc="50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 VS Code</a:t>
            </a:r>
            <a:endParaRPr lang="en-US" dirty="0">
              <a:solidFill>
                <a:schemeClr val="tx1">
                  <a:alpha val="60000"/>
                </a:schemeClr>
              </a:solidFill>
              <a:ea typeface="+mn-lt"/>
              <a:cs typeface="+mn-lt"/>
            </a:endParaRPr>
          </a:p>
          <a:p>
            <a:pPr marL="457200" indent="-457200">
              <a:buAutoNum type="arabicPeriod"/>
            </a:pPr>
            <a:endParaRPr lang="en-US" sz="2000" spc="50" dirty="0">
              <a:solidFill>
                <a:schemeClr val="tx1">
                  <a:alpha val="60000"/>
                </a:schemeClr>
              </a:solidFill>
              <a:ea typeface="+mn-lt"/>
              <a:cs typeface="+mn-lt"/>
            </a:endParaRPr>
          </a:p>
          <a:p>
            <a:pPr marL="457200" indent="-457200">
              <a:buAutoNum type="arabicPeriod"/>
            </a:pPr>
            <a:r>
              <a:rPr lang="en-US" sz="2000" b="1" spc="50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Framework:</a:t>
            </a:r>
            <a:r>
              <a:rPr lang="en-US" sz="2000" spc="50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 React Native (Expo)</a:t>
            </a:r>
            <a:endParaRPr lang="en-US" dirty="0">
              <a:solidFill>
                <a:schemeClr val="tx1">
                  <a:alpha val="60000"/>
                </a:schemeClr>
              </a:solidFill>
              <a:ea typeface="+mn-lt"/>
              <a:cs typeface="+mn-lt"/>
            </a:endParaRPr>
          </a:p>
          <a:p>
            <a:pPr marL="457200" indent="-457200">
              <a:buAutoNum type="arabicPeriod"/>
            </a:pPr>
            <a:endParaRPr lang="en-US" sz="2000" spc="50" dirty="0">
              <a:solidFill>
                <a:schemeClr val="tx1">
                  <a:alpha val="60000"/>
                </a:schemeClr>
              </a:solidFill>
              <a:ea typeface="+mn-lt"/>
              <a:cs typeface="+mn-lt"/>
            </a:endParaRPr>
          </a:p>
          <a:p>
            <a:pPr marL="457200" indent="-457200">
              <a:buAutoNum type="arabicPeriod"/>
            </a:pPr>
            <a:r>
              <a:rPr lang="en-US" sz="2000" b="1" spc="50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Backend:</a:t>
            </a:r>
            <a:r>
              <a:rPr lang="en-US" sz="2000" spc="50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000" spc="50" dirty="0" err="1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Supabase</a:t>
            </a:r>
          </a:p>
          <a:p>
            <a:pPr marL="457200" indent="-457200">
              <a:buAutoNum type="arabicPeriod"/>
            </a:pPr>
            <a:endParaRPr lang="en-US" sz="2000" spc="50" dirty="0">
              <a:solidFill>
                <a:schemeClr val="tx1">
                  <a:alpha val="60000"/>
                </a:schemeClr>
              </a:solidFill>
              <a:ea typeface="+mn-lt"/>
              <a:cs typeface="+mn-lt"/>
            </a:endParaRPr>
          </a:p>
          <a:p>
            <a:pPr marL="457200" indent="-457200">
              <a:buAutoNum type="arabicPeriod"/>
            </a:pPr>
            <a:r>
              <a:rPr lang="en-US" sz="2000" b="1" spc="50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UI Library:</a:t>
            </a:r>
            <a:r>
              <a:rPr lang="en-US" sz="2000" spc="50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 React Native Paper</a:t>
            </a:r>
            <a:endParaRPr lang="en-US" dirty="0">
              <a:solidFill>
                <a:schemeClr val="tx1">
                  <a:alpha val="60000"/>
                </a:schemeClr>
              </a:solidFill>
              <a:ea typeface="+mn-lt"/>
              <a:cs typeface="+mn-lt"/>
            </a:endParaRPr>
          </a:p>
          <a:p>
            <a:pPr marL="457200" indent="-457200">
              <a:buAutoNum type="arabicPeriod"/>
            </a:pPr>
            <a:endParaRPr lang="en-US" sz="2000" spc="50" dirty="0">
              <a:solidFill>
                <a:schemeClr val="tx1">
                  <a:alpha val="60000"/>
                </a:schemeClr>
              </a:solidFill>
              <a:ea typeface="+mn-lt"/>
              <a:cs typeface="+mn-lt"/>
            </a:endParaRPr>
          </a:p>
          <a:p>
            <a:pPr marL="457200" indent="-457200">
              <a:buAutoNum type="arabicPeriod"/>
            </a:pPr>
            <a:r>
              <a:rPr lang="en-US" sz="2000" b="1" spc="50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Version Control:</a:t>
            </a:r>
            <a:r>
              <a:rPr lang="en-US" sz="2000" spc="50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 GitHub</a:t>
            </a:r>
            <a:endParaRPr lang="en-US" dirty="0">
              <a:solidFill>
                <a:schemeClr val="tx1">
                  <a:alpha val="60000"/>
                </a:schemeClr>
              </a:solidFill>
            </a:endParaRPr>
          </a:p>
          <a:p>
            <a:pPr marL="457200" indent="-457200">
              <a:buAutoNum type="arabicPeriod"/>
            </a:pPr>
            <a:endParaRPr lang="en-US" sz="2000" spc="50" dirty="0">
              <a:solidFill>
                <a:schemeClr val="tx1">
                  <a:alpha val="60000"/>
                </a:schemeClr>
              </a:solidFill>
              <a:ea typeface="+mn-lt"/>
              <a:cs typeface="+mn-lt"/>
            </a:endParaRPr>
          </a:p>
          <a:p>
            <a:pPr marL="457200" indent="-457200">
              <a:buAutoNum type="arabicPeriod"/>
            </a:pPr>
            <a:r>
              <a:rPr lang="en-US" sz="2000" b="1" spc="50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Design:</a:t>
            </a:r>
            <a:r>
              <a:rPr lang="en-US" sz="2000" spc="50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 Figma for UI/UX mockups</a:t>
            </a:r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C1CFBA9-A614-4931-5B87-EF5D4B9880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8100000" flipH="1">
            <a:off x="1119768" y="3861832"/>
            <a:ext cx="1785984" cy="2211229"/>
            <a:chOff x="3125006" y="3171595"/>
            <a:chExt cx="1785984" cy="2211229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AACD70EB-61BF-479A-FEA7-DA0EBA2C53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136819" y="3174345"/>
              <a:ext cx="1760933" cy="2208479"/>
              <a:chOff x="4749017" y="2998646"/>
              <a:chExt cx="1760933" cy="2208479"/>
            </a:xfrm>
          </p:grpSpPr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150AD62C-0DA9-2BB6-5922-DB1E51B7F0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flipH="1">
                <a:off x="5630197" y="2998646"/>
                <a:ext cx="0" cy="2208479"/>
              </a:xfrm>
              <a:prstGeom prst="line">
                <a:avLst/>
              </a:prstGeom>
              <a:ln w="12700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8EECDE99-4C0D-68A0-0A8A-980CFC80E3E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0800000" flipH="1">
                <a:off x="4749017" y="4416771"/>
                <a:ext cx="1760933" cy="0"/>
              </a:xfrm>
              <a:prstGeom prst="line">
                <a:avLst/>
              </a:prstGeom>
              <a:ln w="12700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Rectangle 30">
                <a:extLst>
                  <a:ext uri="{FF2B5EF4-FFF2-40B4-BE49-F238E27FC236}">
                    <a16:creationId xmlns:a16="http://schemas.microsoft.com/office/drawing/2014/main" id="{17C1CEB0-BA96-6C88-1F16-123742E4A8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3500000">
                <a:off x="5136242" y="3224252"/>
                <a:ext cx="987915" cy="987915"/>
              </a:xfrm>
              <a:custGeom>
                <a:avLst/>
                <a:gdLst>
                  <a:gd name="connsiteX0" fmla="*/ 0 w 1302493"/>
                  <a:gd name="connsiteY0" fmla="*/ 0 h 1302493"/>
                  <a:gd name="connsiteX1" fmla="*/ 1302493 w 1302493"/>
                  <a:gd name="connsiteY1" fmla="*/ 0 h 1302493"/>
                  <a:gd name="connsiteX2" fmla="*/ 1302493 w 1302493"/>
                  <a:gd name="connsiteY2" fmla="*/ 1302493 h 1302493"/>
                  <a:gd name="connsiteX3" fmla="*/ 0 w 1302493"/>
                  <a:gd name="connsiteY3" fmla="*/ 1302493 h 1302493"/>
                  <a:gd name="connsiteX4" fmla="*/ 0 w 1302493"/>
                  <a:gd name="connsiteY4" fmla="*/ 0 h 1302493"/>
                  <a:gd name="connsiteX0" fmla="*/ 1302493 w 1393933"/>
                  <a:gd name="connsiteY0" fmla="*/ 1302493 h 1393933"/>
                  <a:gd name="connsiteX1" fmla="*/ 0 w 1393933"/>
                  <a:gd name="connsiteY1" fmla="*/ 1302493 h 1393933"/>
                  <a:gd name="connsiteX2" fmla="*/ 0 w 1393933"/>
                  <a:gd name="connsiteY2" fmla="*/ 0 h 1393933"/>
                  <a:gd name="connsiteX3" fmla="*/ 1302493 w 1393933"/>
                  <a:gd name="connsiteY3" fmla="*/ 0 h 1393933"/>
                  <a:gd name="connsiteX4" fmla="*/ 1393933 w 1393933"/>
                  <a:gd name="connsiteY4" fmla="*/ 1393933 h 1393933"/>
                  <a:gd name="connsiteX0" fmla="*/ 0 w 1393933"/>
                  <a:gd name="connsiteY0" fmla="*/ 1302493 h 1393933"/>
                  <a:gd name="connsiteX1" fmla="*/ 0 w 1393933"/>
                  <a:gd name="connsiteY1" fmla="*/ 0 h 1393933"/>
                  <a:gd name="connsiteX2" fmla="*/ 1302493 w 1393933"/>
                  <a:gd name="connsiteY2" fmla="*/ 0 h 1393933"/>
                  <a:gd name="connsiteX3" fmla="*/ 1393933 w 1393933"/>
                  <a:gd name="connsiteY3" fmla="*/ 1393933 h 1393933"/>
                  <a:gd name="connsiteX0" fmla="*/ 0 w 1302493"/>
                  <a:gd name="connsiteY0" fmla="*/ 1302493 h 1302493"/>
                  <a:gd name="connsiteX1" fmla="*/ 0 w 1302493"/>
                  <a:gd name="connsiteY1" fmla="*/ 0 h 1302493"/>
                  <a:gd name="connsiteX2" fmla="*/ 1302493 w 1302493"/>
                  <a:gd name="connsiteY2" fmla="*/ 0 h 1302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02493" h="1302493">
                    <a:moveTo>
                      <a:pt x="0" y="1302493"/>
                    </a:moveTo>
                    <a:lnTo>
                      <a:pt x="0" y="0"/>
                    </a:lnTo>
                    <a:lnTo>
                      <a:pt x="1302493" y="0"/>
                    </a:lnTo>
                  </a:path>
                </a:pathLst>
              </a:custGeom>
              <a:noFill/>
              <a:ln w="12700"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30">
                <a:extLst>
                  <a:ext uri="{FF2B5EF4-FFF2-40B4-BE49-F238E27FC236}">
                    <a16:creationId xmlns:a16="http://schemas.microsoft.com/office/drawing/2014/main" id="{4E63CAC7-9359-9F40-6525-95134EE5506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3500000">
                <a:off x="5327037" y="3070731"/>
                <a:ext cx="606323" cy="606323"/>
              </a:xfrm>
              <a:custGeom>
                <a:avLst/>
                <a:gdLst>
                  <a:gd name="connsiteX0" fmla="*/ 0 w 1302493"/>
                  <a:gd name="connsiteY0" fmla="*/ 0 h 1302493"/>
                  <a:gd name="connsiteX1" fmla="*/ 1302493 w 1302493"/>
                  <a:gd name="connsiteY1" fmla="*/ 0 h 1302493"/>
                  <a:gd name="connsiteX2" fmla="*/ 1302493 w 1302493"/>
                  <a:gd name="connsiteY2" fmla="*/ 1302493 h 1302493"/>
                  <a:gd name="connsiteX3" fmla="*/ 0 w 1302493"/>
                  <a:gd name="connsiteY3" fmla="*/ 1302493 h 1302493"/>
                  <a:gd name="connsiteX4" fmla="*/ 0 w 1302493"/>
                  <a:gd name="connsiteY4" fmla="*/ 0 h 1302493"/>
                  <a:gd name="connsiteX0" fmla="*/ 1302493 w 1393933"/>
                  <a:gd name="connsiteY0" fmla="*/ 1302493 h 1393933"/>
                  <a:gd name="connsiteX1" fmla="*/ 0 w 1393933"/>
                  <a:gd name="connsiteY1" fmla="*/ 1302493 h 1393933"/>
                  <a:gd name="connsiteX2" fmla="*/ 0 w 1393933"/>
                  <a:gd name="connsiteY2" fmla="*/ 0 h 1393933"/>
                  <a:gd name="connsiteX3" fmla="*/ 1302493 w 1393933"/>
                  <a:gd name="connsiteY3" fmla="*/ 0 h 1393933"/>
                  <a:gd name="connsiteX4" fmla="*/ 1393933 w 1393933"/>
                  <a:gd name="connsiteY4" fmla="*/ 1393933 h 1393933"/>
                  <a:gd name="connsiteX0" fmla="*/ 0 w 1393933"/>
                  <a:gd name="connsiteY0" fmla="*/ 1302493 h 1393933"/>
                  <a:gd name="connsiteX1" fmla="*/ 0 w 1393933"/>
                  <a:gd name="connsiteY1" fmla="*/ 0 h 1393933"/>
                  <a:gd name="connsiteX2" fmla="*/ 1302493 w 1393933"/>
                  <a:gd name="connsiteY2" fmla="*/ 0 h 1393933"/>
                  <a:gd name="connsiteX3" fmla="*/ 1393933 w 1393933"/>
                  <a:gd name="connsiteY3" fmla="*/ 1393933 h 1393933"/>
                  <a:gd name="connsiteX0" fmla="*/ 0 w 1302493"/>
                  <a:gd name="connsiteY0" fmla="*/ 1302493 h 1302493"/>
                  <a:gd name="connsiteX1" fmla="*/ 0 w 1302493"/>
                  <a:gd name="connsiteY1" fmla="*/ 0 h 1302493"/>
                  <a:gd name="connsiteX2" fmla="*/ 1302493 w 1302493"/>
                  <a:gd name="connsiteY2" fmla="*/ 0 h 1302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02493" h="1302493">
                    <a:moveTo>
                      <a:pt x="0" y="1302493"/>
                    </a:moveTo>
                    <a:lnTo>
                      <a:pt x="0" y="0"/>
                    </a:lnTo>
                    <a:lnTo>
                      <a:pt x="1302493" y="0"/>
                    </a:lnTo>
                  </a:path>
                </a:pathLst>
              </a:custGeom>
              <a:noFill/>
              <a:ln w="12700"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100040D5-8B31-4A2B-A1DB-D27D340B9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125006" y="3171595"/>
              <a:ext cx="1785984" cy="1799739"/>
              <a:chOff x="6879836" y="3516901"/>
              <a:chExt cx="1785984" cy="1799739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714EBE82-6C3F-2992-7584-736777535A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879836" y="3521665"/>
                <a:ext cx="892801" cy="1794975"/>
              </a:xfrm>
              <a:custGeom>
                <a:avLst/>
                <a:gdLst>
                  <a:gd name="connsiteX0" fmla="*/ 892801 w 892801"/>
                  <a:gd name="connsiteY0" fmla="*/ 0 h 1794975"/>
                  <a:gd name="connsiteX1" fmla="*/ 892801 w 892801"/>
                  <a:gd name="connsiteY1" fmla="*/ 1434622 h 1794975"/>
                  <a:gd name="connsiteX2" fmla="*/ 845919 w 892801"/>
                  <a:gd name="connsiteY2" fmla="*/ 1533379 h 1794975"/>
                  <a:gd name="connsiteX3" fmla="*/ 440820 w 892801"/>
                  <a:gd name="connsiteY3" fmla="*/ 1794916 h 1794975"/>
                  <a:gd name="connsiteX4" fmla="*/ 379878 w 892801"/>
                  <a:gd name="connsiteY4" fmla="*/ 1791253 h 1794975"/>
                  <a:gd name="connsiteX5" fmla="*/ 763083 w 892801"/>
                  <a:gd name="connsiteY5" fmla="*/ 100140 h 1794975"/>
                  <a:gd name="connsiteX6" fmla="*/ 892801 w 892801"/>
                  <a:gd name="connsiteY6" fmla="*/ 0 h 1794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801" h="1794975">
                    <a:moveTo>
                      <a:pt x="892801" y="0"/>
                    </a:moveTo>
                    <a:lnTo>
                      <a:pt x="892801" y="1434622"/>
                    </a:lnTo>
                    <a:lnTo>
                      <a:pt x="845919" y="1533379"/>
                    </a:lnTo>
                    <a:cubicBezTo>
                      <a:pt x="735106" y="1711682"/>
                      <a:pt x="584368" y="1792418"/>
                      <a:pt x="440820" y="1794916"/>
                    </a:cubicBezTo>
                    <a:cubicBezTo>
                      <a:pt x="420314" y="1795273"/>
                      <a:pt x="399954" y="1794033"/>
                      <a:pt x="379878" y="1791253"/>
                    </a:cubicBezTo>
                    <a:cubicBezTo>
                      <a:pt x="-41718" y="1732871"/>
                      <a:pt x="-338017" y="995203"/>
                      <a:pt x="763083" y="100140"/>
                    </a:cubicBezTo>
                    <a:lnTo>
                      <a:pt x="892801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7765373A-8278-A91B-12A8-A7BC97B85B9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72637" y="3516901"/>
                <a:ext cx="893183" cy="1795123"/>
              </a:xfrm>
              <a:custGeom>
                <a:avLst/>
                <a:gdLst>
                  <a:gd name="connsiteX0" fmla="*/ 191 w 893183"/>
                  <a:gd name="connsiteY0" fmla="*/ 0 h 1795123"/>
                  <a:gd name="connsiteX1" fmla="*/ 130101 w 893183"/>
                  <a:gd name="connsiteY1" fmla="*/ 100288 h 1795123"/>
                  <a:gd name="connsiteX2" fmla="*/ 513306 w 893183"/>
                  <a:gd name="connsiteY2" fmla="*/ 1791401 h 1795123"/>
                  <a:gd name="connsiteX3" fmla="*/ 47265 w 893183"/>
                  <a:gd name="connsiteY3" fmla="*/ 1533527 h 1795123"/>
                  <a:gd name="connsiteX4" fmla="*/ 192 w 893183"/>
                  <a:gd name="connsiteY4" fmla="*/ 1434367 h 1795123"/>
                  <a:gd name="connsiteX5" fmla="*/ 192 w 893183"/>
                  <a:gd name="connsiteY5" fmla="*/ 1438981 h 1795123"/>
                  <a:gd name="connsiteX6" fmla="*/ 0 w 893183"/>
                  <a:gd name="connsiteY6" fmla="*/ 1439386 h 1795123"/>
                  <a:gd name="connsiteX7" fmla="*/ 0 w 893183"/>
                  <a:gd name="connsiteY7" fmla="*/ 4764 h 1795123"/>
                  <a:gd name="connsiteX8" fmla="*/ 191 w 893183"/>
                  <a:gd name="connsiteY8" fmla="*/ 4616 h 1795123"/>
                  <a:gd name="connsiteX9" fmla="*/ 191 w 893183"/>
                  <a:gd name="connsiteY9" fmla="*/ 0 h 17951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93183" h="1795123">
                    <a:moveTo>
                      <a:pt x="191" y="0"/>
                    </a:moveTo>
                    <a:lnTo>
                      <a:pt x="130101" y="100288"/>
                    </a:lnTo>
                    <a:cubicBezTo>
                      <a:pt x="1231201" y="995351"/>
                      <a:pt x="934902" y="1733019"/>
                      <a:pt x="513306" y="1791401"/>
                    </a:cubicBezTo>
                    <a:cubicBezTo>
                      <a:pt x="352699" y="1813642"/>
                      <a:pt x="173909" y="1737302"/>
                      <a:pt x="47265" y="1533527"/>
                    </a:cubicBezTo>
                    <a:lnTo>
                      <a:pt x="192" y="1434367"/>
                    </a:lnTo>
                    <a:lnTo>
                      <a:pt x="192" y="1438981"/>
                    </a:lnTo>
                    <a:lnTo>
                      <a:pt x="0" y="1439386"/>
                    </a:lnTo>
                    <a:lnTo>
                      <a:pt x="0" y="4764"/>
                    </a:lnTo>
                    <a:lnTo>
                      <a:pt x="191" y="4616"/>
                    </a:lnTo>
                    <a:lnTo>
                      <a:pt x="191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570082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209CC9-BED5-F30C-AE0E-2445F18E6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CBEDE6A-5FA5-9A9C-6F1D-3725838326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5C8F2C-982F-6DF4-6256-E90CC15C0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945926"/>
            <a:ext cx="3531600" cy="2483074"/>
          </a:xfr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 sz="3200" dirty="0">
                <a:ea typeface="+mj-lt"/>
                <a:cs typeface="+mj-lt"/>
              </a:rPr>
              <a:t>Workplace</a:t>
            </a:r>
            <a:endParaRPr lang="en-US" dirty="0"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3F2736-52C1-671E-C5F4-D61E2EEA0546}"/>
              </a:ext>
            </a:extLst>
          </p:cNvPr>
          <p:cNvSpPr txBox="1"/>
          <p:nvPr/>
        </p:nvSpPr>
        <p:spPr>
          <a:xfrm>
            <a:off x="4997457" y="935999"/>
            <a:ext cx="6114543" cy="4832975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457200" indent="-457200">
              <a:buAutoNum type="arabicPeriod"/>
            </a:pPr>
            <a:r>
              <a:rPr lang="en-US" sz="2000" spc="50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Solo development with potential community support</a:t>
            </a:r>
            <a:endParaRPr lang="en-US" dirty="0">
              <a:solidFill>
                <a:schemeClr val="tx1">
                  <a:alpha val="60000"/>
                </a:schemeClr>
              </a:solidFill>
              <a:ea typeface="+mn-lt"/>
              <a:cs typeface="+mn-lt"/>
            </a:endParaRPr>
          </a:p>
          <a:p>
            <a:pPr marL="457200" indent="-457200">
              <a:buAutoNum type="arabicPeriod"/>
            </a:pPr>
            <a:endParaRPr lang="en-US" sz="2000" spc="50" dirty="0">
              <a:solidFill>
                <a:schemeClr val="tx1">
                  <a:alpha val="60000"/>
                </a:schemeClr>
              </a:solidFill>
              <a:ea typeface="+mn-lt"/>
              <a:cs typeface="+mn-lt"/>
            </a:endParaRPr>
          </a:p>
          <a:p>
            <a:pPr marL="457200" indent="-457200">
              <a:buAutoNum type="arabicPeriod"/>
            </a:pPr>
            <a:r>
              <a:rPr lang="en-US" sz="2000" spc="50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Version-controlled collaborative environment via GitHub</a:t>
            </a:r>
            <a:endParaRPr lang="en-US" dirty="0">
              <a:solidFill>
                <a:schemeClr val="tx1">
                  <a:alpha val="60000"/>
                </a:schemeClr>
              </a:solidFill>
              <a:ea typeface="+mn-lt"/>
              <a:cs typeface="+mn-lt"/>
            </a:endParaRPr>
          </a:p>
          <a:p>
            <a:pPr marL="457200" indent="-457200">
              <a:buAutoNum type="arabicPeriod"/>
            </a:pPr>
            <a:endParaRPr lang="en-US" sz="2000" spc="50" dirty="0">
              <a:solidFill>
                <a:schemeClr val="tx1">
                  <a:alpha val="60000"/>
                </a:schemeClr>
              </a:solidFill>
              <a:ea typeface="+mn-lt"/>
              <a:cs typeface="+mn-lt"/>
            </a:endParaRPr>
          </a:p>
          <a:p>
            <a:pPr marL="457200" indent="-457200">
              <a:buAutoNum type="arabicPeriod"/>
            </a:pPr>
            <a:r>
              <a:rPr lang="en-US" sz="2000" spc="50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Use of online forums and communities for problem-solving</a:t>
            </a:r>
            <a:endParaRPr lang="en-US" dirty="0">
              <a:solidFill>
                <a:schemeClr val="tx1">
                  <a:alpha val="60000"/>
                </a:schemeClr>
              </a:solidFill>
              <a:ea typeface="+mn-lt"/>
              <a:cs typeface="+mn-lt"/>
            </a:endParaRPr>
          </a:p>
          <a:p>
            <a:pPr marL="457200" indent="-457200">
              <a:buAutoNum type="arabicPeriod"/>
            </a:pPr>
            <a:endParaRPr lang="en-US" sz="2000" spc="50" dirty="0">
              <a:solidFill>
                <a:schemeClr val="tx1">
                  <a:alpha val="60000"/>
                </a:schemeClr>
              </a:solidFill>
              <a:ea typeface="+mn-lt"/>
              <a:cs typeface="+mn-lt"/>
            </a:endParaRPr>
          </a:p>
          <a:p>
            <a:pPr marL="457200" indent="-457200">
              <a:buAutoNum type="arabicPeriod"/>
            </a:pPr>
            <a:r>
              <a:rPr lang="en-US" sz="2000" spc="50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Testing on physical Android devices and emulators</a:t>
            </a:r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8DDABD6-D787-1216-0082-051447087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8100000" flipH="1">
            <a:off x="1119768" y="3861832"/>
            <a:ext cx="1785984" cy="2211229"/>
            <a:chOff x="3125006" y="3171595"/>
            <a:chExt cx="1785984" cy="2211229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6CE8633-85AE-A5F8-B49D-F227D7B66F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136819" y="3174345"/>
              <a:ext cx="1760933" cy="2208479"/>
              <a:chOff x="4749017" y="2998646"/>
              <a:chExt cx="1760933" cy="2208479"/>
            </a:xfrm>
          </p:grpSpPr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71370945-8A79-FB8A-3097-EBE5B2F0498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flipH="1">
                <a:off x="5630197" y="2998646"/>
                <a:ext cx="0" cy="2208479"/>
              </a:xfrm>
              <a:prstGeom prst="line">
                <a:avLst/>
              </a:prstGeom>
              <a:ln w="12700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59EFDDF4-16BA-259E-D244-C88A2D660ED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0800000" flipH="1">
                <a:off x="4749017" y="4416771"/>
                <a:ext cx="1760933" cy="0"/>
              </a:xfrm>
              <a:prstGeom prst="line">
                <a:avLst/>
              </a:prstGeom>
              <a:ln w="12700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Rectangle 30">
                <a:extLst>
                  <a:ext uri="{FF2B5EF4-FFF2-40B4-BE49-F238E27FC236}">
                    <a16:creationId xmlns:a16="http://schemas.microsoft.com/office/drawing/2014/main" id="{9FA898F5-1A88-A72C-6D4E-C37CC56047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3500000">
                <a:off x="5136242" y="3224252"/>
                <a:ext cx="987915" cy="987915"/>
              </a:xfrm>
              <a:custGeom>
                <a:avLst/>
                <a:gdLst>
                  <a:gd name="connsiteX0" fmla="*/ 0 w 1302493"/>
                  <a:gd name="connsiteY0" fmla="*/ 0 h 1302493"/>
                  <a:gd name="connsiteX1" fmla="*/ 1302493 w 1302493"/>
                  <a:gd name="connsiteY1" fmla="*/ 0 h 1302493"/>
                  <a:gd name="connsiteX2" fmla="*/ 1302493 w 1302493"/>
                  <a:gd name="connsiteY2" fmla="*/ 1302493 h 1302493"/>
                  <a:gd name="connsiteX3" fmla="*/ 0 w 1302493"/>
                  <a:gd name="connsiteY3" fmla="*/ 1302493 h 1302493"/>
                  <a:gd name="connsiteX4" fmla="*/ 0 w 1302493"/>
                  <a:gd name="connsiteY4" fmla="*/ 0 h 1302493"/>
                  <a:gd name="connsiteX0" fmla="*/ 1302493 w 1393933"/>
                  <a:gd name="connsiteY0" fmla="*/ 1302493 h 1393933"/>
                  <a:gd name="connsiteX1" fmla="*/ 0 w 1393933"/>
                  <a:gd name="connsiteY1" fmla="*/ 1302493 h 1393933"/>
                  <a:gd name="connsiteX2" fmla="*/ 0 w 1393933"/>
                  <a:gd name="connsiteY2" fmla="*/ 0 h 1393933"/>
                  <a:gd name="connsiteX3" fmla="*/ 1302493 w 1393933"/>
                  <a:gd name="connsiteY3" fmla="*/ 0 h 1393933"/>
                  <a:gd name="connsiteX4" fmla="*/ 1393933 w 1393933"/>
                  <a:gd name="connsiteY4" fmla="*/ 1393933 h 1393933"/>
                  <a:gd name="connsiteX0" fmla="*/ 0 w 1393933"/>
                  <a:gd name="connsiteY0" fmla="*/ 1302493 h 1393933"/>
                  <a:gd name="connsiteX1" fmla="*/ 0 w 1393933"/>
                  <a:gd name="connsiteY1" fmla="*/ 0 h 1393933"/>
                  <a:gd name="connsiteX2" fmla="*/ 1302493 w 1393933"/>
                  <a:gd name="connsiteY2" fmla="*/ 0 h 1393933"/>
                  <a:gd name="connsiteX3" fmla="*/ 1393933 w 1393933"/>
                  <a:gd name="connsiteY3" fmla="*/ 1393933 h 1393933"/>
                  <a:gd name="connsiteX0" fmla="*/ 0 w 1302493"/>
                  <a:gd name="connsiteY0" fmla="*/ 1302493 h 1302493"/>
                  <a:gd name="connsiteX1" fmla="*/ 0 w 1302493"/>
                  <a:gd name="connsiteY1" fmla="*/ 0 h 1302493"/>
                  <a:gd name="connsiteX2" fmla="*/ 1302493 w 1302493"/>
                  <a:gd name="connsiteY2" fmla="*/ 0 h 1302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02493" h="1302493">
                    <a:moveTo>
                      <a:pt x="0" y="1302493"/>
                    </a:moveTo>
                    <a:lnTo>
                      <a:pt x="0" y="0"/>
                    </a:lnTo>
                    <a:lnTo>
                      <a:pt x="1302493" y="0"/>
                    </a:lnTo>
                  </a:path>
                </a:pathLst>
              </a:custGeom>
              <a:noFill/>
              <a:ln w="12700"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30">
                <a:extLst>
                  <a:ext uri="{FF2B5EF4-FFF2-40B4-BE49-F238E27FC236}">
                    <a16:creationId xmlns:a16="http://schemas.microsoft.com/office/drawing/2014/main" id="{A8BFBC89-9661-40F8-C8C2-3434DAF9AF8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3500000">
                <a:off x="5327037" y="3070731"/>
                <a:ext cx="606323" cy="606323"/>
              </a:xfrm>
              <a:custGeom>
                <a:avLst/>
                <a:gdLst>
                  <a:gd name="connsiteX0" fmla="*/ 0 w 1302493"/>
                  <a:gd name="connsiteY0" fmla="*/ 0 h 1302493"/>
                  <a:gd name="connsiteX1" fmla="*/ 1302493 w 1302493"/>
                  <a:gd name="connsiteY1" fmla="*/ 0 h 1302493"/>
                  <a:gd name="connsiteX2" fmla="*/ 1302493 w 1302493"/>
                  <a:gd name="connsiteY2" fmla="*/ 1302493 h 1302493"/>
                  <a:gd name="connsiteX3" fmla="*/ 0 w 1302493"/>
                  <a:gd name="connsiteY3" fmla="*/ 1302493 h 1302493"/>
                  <a:gd name="connsiteX4" fmla="*/ 0 w 1302493"/>
                  <a:gd name="connsiteY4" fmla="*/ 0 h 1302493"/>
                  <a:gd name="connsiteX0" fmla="*/ 1302493 w 1393933"/>
                  <a:gd name="connsiteY0" fmla="*/ 1302493 h 1393933"/>
                  <a:gd name="connsiteX1" fmla="*/ 0 w 1393933"/>
                  <a:gd name="connsiteY1" fmla="*/ 1302493 h 1393933"/>
                  <a:gd name="connsiteX2" fmla="*/ 0 w 1393933"/>
                  <a:gd name="connsiteY2" fmla="*/ 0 h 1393933"/>
                  <a:gd name="connsiteX3" fmla="*/ 1302493 w 1393933"/>
                  <a:gd name="connsiteY3" fmla="*/ 0 h 1393933"/>
                  <a:gd name="connsiteX4" fmla="*/ 1393933 w 1393933"/>
                  <a:gd name="connsiteY4" fmla="*/ 1393933 h 1393933"/>
                  <a:gd name="connsiteX0" fmla="*/ 0 w 1393933"/>
                  <a:gd name="connsiteY0" fmla="*/ 1302493 h 1393933"/>
                  <a:gd name="connsiteX1" fmla="*/ 0 w 1393933"/>
                  <a:gd name="connsiteY1" fmla="*/ 0 h 1393933"/>
                  <a:gd name="connsiteX2" fmla="*/ 1302493 w 1393933"/>
                  <a:gd name="connsiteY2" fmla="*/ 0 h 1393933"/>
                  <a:gd name="connsiteX3" fmla="*/ 1393933 w 1393933"/>
                  <a:gd name="connsiteY3" fmla="*/ 1393933 h 1393933"/>
                  <a:gd name="connsiteX0" fmla="*/ 0 w 1302493"/>
                  <a:gd name="connsiteY0" fmla="*/ 1302493 h 1302493"/>
                  <a:gd name="connsiteX1" fmla="*/ 0 w 1302493"/>
                  <a:gd name="connsiteY1" fmla="*/ 0 h 1302493"/>
                  <a:gd name="connsiteX2" fmla="*/ 1302493 w 1302493"/>
                  <a:gd name="connsiteY2" fmla="*/ 0 h 1302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02493" h="1302493">
                    <a:moveTo>
                      <a:pt x="0" y="1302493"/>
                    </a:moveTo>
                    <a:lnTo>
                      <a:pt x="0" y="0"/>
                    </a:lnTo>
                    <a:lnTo>
                      <a:pt x="1302493" y="0"/>
                    </a:lnTo>
                  </a:path>
                </a:pathLst>
              </a:custGeom>
              <a:noFill/>
              <a:ln w="12700"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1BD6E9FB-95B5-0EB0-27D2-DC506628C6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125006" y="3171595"/>
              <a:ext cx="1785984" cy="1799739"/>
              <a:chOff x="6879836" y="3516901"/>
              <a:chExt cx="1785984" cy="1799739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F158591E-95ED-7765-0839-2A1BA44E1FD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879836" y="3521665"/>
                <a:ext cx="892801" cy="1794975"/>
              </a:xfrm>
              <a:custGeom>
                <a:avLst/>
                <a:gdLst>
                  <a:gd name="connsiteX0" fmla="*/ 892801 w 892801"/>
                  <a:gd name="connsiteY0" fmla="*/ 0 h 1794975"/>
                  <a:gd name="connsiteX1" fmla="*/ 892801 w 892801"/>
                  <a:gd name="connsiteY1" fmla="*/ 1434622 h 1794975"/>
                  <a:gd name="connsiteX2" fmla="*/ 845919 w 892801"/>
                  <a:gd name="connsiteY2" fmla="*/ 1533379 h 1794975"/>
                  <a:gd name="connsiteX3" fmla="*/ 440820 w 892801"/>
                  <a:gd name="connsiteY3" fmla="*/ 1794916 h 1794975"/>
                  <a:gd name="connsiteX4" fmla="*/ 379878 w 892801"/>
                  <a:gd name="connsiteY4" fmla="*/ 1791253 h 1794975"/>
                  <a:gd name="connsiteX5" fmla="*/ 763083 w 892801"/>
                  <a:gd name="connsiteY5" fmla="*/ 100140 h 1794975"/>
                  <a:gd name="connsiteX6" fmla="*/ 892801 w 892801"/>
                  <a:gd name="connsiteY6" fmla="*/ 0 h 1794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801" h="1794975">
                    <a:moveTo>
                      <a:pt x="892801" y="0"/>
                    </a:moveTo>
                    <a:lnTo>
                      <a:pt x="892801" y="1434622"/>
                    </a:lnTo>
                    <a:lnTo>
                      <a:pt x="845919" y="1533379"/>
                    </a:lnTo>
                    <a:cubicBezTo>
                      <a:pt x="735106" y="1711682"/>
                      <a:pt x="584368" y="1792418"/>
                      <a:pt x="440820" y="1794916"/>
                    </a:cubicBezTo>
                    <a:cubicBezTo>
                      <a:pt x="420314" y="1795273"/>
                      <a:pt x="399954" y="1794033"/>
                      <a:pt x="379878" y="1791253"/>
                    </a:cubicBezTo>
                    <a:cubicBezTo>
                      <a:pt x="-41718" y="1732871"/>
                      <a:pt x="-338017" y="995203"/>
                      <a:pt x="763083" y="100140"/>
                    </a:cubicBezTo>
                    <a:lnTo>
                      <a:pt x="892801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85E24C86-8E8A-3B11-AA3B-86E2EA761C7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72637" y="3516901"/>
                <a:ext cx="893183" cy="1795123"/>
              </a:xfrm>
              <a:custGeom>
                <a:avLst/>
                <a:gdLst>
                  <a:gd name="connsiteX0" fmla="*/ 191 w 893183"/>
                  <a:gd name="connsiteY0" fmla="*/ 0 h 1795123"/>
                  <a:gd name="connsiteX1" fmla="*/ 130101 w 893183"/>
                  <a:gd name="connsiteY1" fmla="*/ 100288 h 1795123"/>
                  <a:gd name="connsiteX2" fmla="*/ 513306 w 893183"/>
                  <a:gd name="connsiteY2" fmla="*/ 1791401 h 1795123"/>
                  <a:gd name="connsiteX3" fmla="*/ 47265 w 893183"/>
                  <a:gd name="connsiteY3" fmla="*/ 1533527 h 1795123"/>
                  <a:gd name="connsiteX4" fmla="*/ 192 w 893183"/>
                  <a:gd name="connsiteY4" fmla="*/ 1434367 h 1795123"/>
                  <a:gd name="connsiteX5" fmla="*/ 192 w 893183"/>
                  <a:gd name="connsiteY5" fmla="*/ 1438981 h 1795123"/>
                  <a:gd name="connsiteX6" fmla="*/ 0 w 893183"/>
                  <a:gd name="connsiteY6" fmla="*/ 1439386 h 1795123"/>
                  <a:gd name="connsiteX7" fmla="*/ 0 w 893183"/>
                  <a:gd name="connsiteY7" fmla="*/ 4764 h 1795123"/>
                  <a:gd name="connsiteX8" fmla="*/ 191 w 893183"/>
                  <a:gd name="connsiteY8" fmla="*/ 4616 h 1795123"/>
                  <a:gd name="connsiteX9" fmla="*/ 191 w 893183"/>
                  <a:gd name="connsiteY9" fmla="*/ 0 h 17951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93183" h="1795123">
                    <a:moveTo>
                      <a:pt x="191" y="0"/>
                    </a:moveTo>
                    <a:lnTo>
                      <a:pt x="130101" y="100288"/>
                    </a:lnTo>
                    <a:cubicBezTo>
                      <a:pt x="1231201" y="995351"/>
                      <a:pt x="934902" y="1733019"/>
                      <a:pt x="513306" y="1791401"/>
                    </a:cubicBezTo>
                    <a:cubicBezTo>
                      <a:pt x="352699" y="1813642"/>
                      <a:pt x="173909" y="1737302"/>
                      <a:pt x="47265" y="1533527"/>
                    </a:cubicBezTo>
                    <a:lnTo>
                      <a:pt x="192" y="1434367"/>
                    </a:lnTo>
                    <a:lnTo>
                      <a:pt x="192" y="1438981"/>
                    </a:lnTo>
                    <a:lnTo>
                      <a:pt x="0" y="1439386"/>
                    </a:lnTo>
                    <a:lnTo>
                      <a:pt x="0" y="4764"/>
                    </a:lnTo>
                    <a:lnTo>
                      <a:pt x="191" y="4616"/>
                    </a:lnTo>
                    <a:lnTo>
                      <a:pt x="191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997163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ABFD057-474D-DB9B-B798-02152B88EE0A}"/>
              </a:ext>
            </a:extLst>
          </p:cNvPr>
          <p:cNvSpPr txBox="1"/>
          <p:nvPr/>
        </p:nvSpPr>
        <p:spPr>
          <a:xfrm>
            <a:off x="1331343" y="569343"/>
            <a:ext cx="9529313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800" dirty="0">
                <a:latin typeface="Goudy Old Style"/>
              </a:rPr>
              <a:t>CPM Diagram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F738DBA-30A3-A6FB-2295-A9B7BB6C60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4028058"/>
              </p:ext>
            </p:extLst>
          </p:nvPr>
        </p:nvGraphicFramePr>
        <p:xfrm>
          <a:off x="1168893" y="2419165"/>
          <a:ext cx="9865172" cy="3337559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3436188">
                  <a:extLst>
                    <a:ext uri="{9D8B030D-6E8A-4147-A177-3AD203B41FA5}">
                      <a16:colId xmlns:a16="http://schemas.microsoft.com/office/drawing/2014/main" val="2628111264"/>
                    </a:ext>
                  </a:extLst>
                </a:gridCol>
                <a:gridCol w="2113471">
                  <a:extLst>
                    <a:ext uri="{9D8B030D-6E8A-4147-A177-3AD203B41FA5}">
                      <a16:colId xmlns:a16="http://schemas.microsoft.com/office/drawing/2014/main" val="4180631639"/>
                    </a:ext>
                  </a:extLst>
                </a:gridCol>
                <a:gridCol w="2372264">
                  <a:extLst>
                    <a:ext uri="{9D8B030D-6E8A-4147-A177-3AD203B41FA5}">
                      <a16:colId xmlns:a16="http://schemas.microsoft.com/office/drawing/2014/main" val="287178456"/>
                    </a:ext>
                  </a:extLst>
                </a:gridCol>
                <a:gridCol w="1943249">
                  <a:extLst>
                    <a:ext uri="{9D8B030D-6E8A-4147-A177-3AD203B41FA5}">
                      <a16:colId xmlns:a16="http://schemas.microsoft.com/office/drawing/2014/main" val="35812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Activity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Sudo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Predecessor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Duration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8067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 dirty="0">
                          <a:latin typeface="Avenir Next LT Pro"/>
                        </a:rPr>
                        <a:t>SDE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822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Core UI/Frontend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45949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 dirty="0">
                          <a:latin typeface="Avenir Next LT Pro"/>
                        </a:rPr>
                        <a:t>Core Navigation Structure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8601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Core Backend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9104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Frontend Backend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C,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59703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 dirty="0">
                          <a:latin typeface="Avenir Next LT Pro"/>
                        </a:rPr>
                        <a:t>Alpha Build &amp; Upload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0480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 dirty="0">
                          <a:latin typeface="Avenir Next LT Pro"/>
                        </a:rPr>
                        <a:t>Fix Bugs &amp; Beta Deploy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3126863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 dirty="0"/>
                        <a:t>Final Fixes &amp; Stable Version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29063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8397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EFEFD-14A4-8B2F-EF78-C9FACE78D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876D6E-8E8D-FDAC-D155-0DDE4E186C60}"/>
              </a:ext>
            </a:extLst>
          </p:cNvPr>
          <p:cNvSpPr txBox="1"/>
          <p:nvPr/>
        </p:nvSpPr>
        <p:spPr>
          <a:xfrm>
            <a:off x="684362" y="598098"/>
            <a:ext cx="9529313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dirty="0">
                <a:latin typeface="Goudy Old Style"/>
              </a:rPr>
              <a:t>CPM Diagram with Critical Path</a:t>
            </a:r>
          </a:p>
        </p:txBody>
      </p:sp>
      <p:pic>
        <p:nvPicPr>
          <p:cNvPr id="5" name="Picture 4" descr="A diagram of a system&#10;&#10;AI-generated content may be incorrect.">
            <a:extLst>
              <a:ext uri="{FF2B5EF4-FFF2-40B4-BE49-F238E27FC236}">
                <a16:creationId xmlns:a16="http://schemas.microsoft.com/office/drawing/2014/main" id="{44730D37-9282-60ED-E21F-B451E647A9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67324"/>
            <a:ext cx="12192000" cy="519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7455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60D88-32F3-8650-15BE-A182B2FFE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software application&#10;&#10;AI-generated content may be incorrect.">
            <a:extLst>
              <a:ext uri="{FF2B5EF4-FFF2-40B4-BE49-F238E27FC236}">
                <a16:creationId xmlns:a16="http://schemas.microsoft.com/office/drawing/2014/main" id="{FF3A4AEB-7867-228E-98F1-D13B92CF16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6156"/>
            <a:ext cx="12192000" cy="589935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E54914F-B894-6C02-34A9-E5F1859E94B0}"/>
              </a:ext>
            </a:extLst>
          </p:cNvPr>
          <p:cNvSpPr txBox="1"/>
          <p:nvPr/>
        </p:nvSpPr>
        <p:spPr>
          <a:xfrm>
            <a:off x="684362" y="555765"/>
            <a:ext cx="9529313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dirty="0">
                <a:latin typeface="Goudy Old Style"/>
              </a:rPr>
              <a:t>Use Case Diagram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92242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16E9532-6DC7-411D-A09F-8413A5B95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8408" y="4594884"/>
            <a:ext cx="6255903" cy="883430"/>
          </a:xfrm>
        </p:spPr>
        <p:txBody>
          <a:bodyPr anchor="b">
            <a:normAutofit/>
          </a:bodyPr>
          <a:lstStyle/>
          <a:p>
            <a:r>
              <a:rPr lang="en-US" dirty="0"/>
              <a:t>Conclusion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2C602EC3-0115-4FB6-BAA7-BCA17E61165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041585" y="826787"/>
            <a:ext cx="7659688" cy="3350180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>
              <a:buAutoNum type="arabicPeriod"/>
            </a:pPr>
            <a:r>
              <a:rPr lang="en-US">
                <a:ea typeface="+mn-lt"/>
                <a:cs typeface="+mn-lt"/>
              </a:rPr>
              <a:t>Detailed project planning and requirement gathering ensure the development of a reliable, culturally-sensitive finance management app.</a:t>
            </a:r>
            <a:endParaRPr lang="en-US">
              <a:solidFill>
                <a:srgbClr val="000000">
                  <a:alpha val="60000"/>
                </a:srgbClr>
              </a:solidFill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Emphasis on risk management, quality assurance, and user-centered design supports timely delivery and high user satisfaction.</a:t>
            </a:r>
            <a:endParaRPr lang="en-US">
              <a:solidFill>
                <a:srgbClr val="000000">
                  <a:alpha val="60000"/>
                </a:srgbClr>
              </a:solidFill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Finova aims to empower users in diverse cultural contexts to build healthier financial habits and achieve financial wellness.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3634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AE308-3076-43DB-B834-DA0B0AE19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b">
            <a:normAutofit/>
          </a:bodyPr>
          <a:lstStyle/>
          <a:p>
            <a:r>
              <a:rPr lang="en-US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C2CE0-8806-4B2A-A10A-32984D31743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630067" y="3219450"/>
            <a:ext cx="4128934" cy="122588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/>
              <a:t>I would love to answer any Questions.</a:t>
            </a:r>
            <a:endParaRPr lang="en-US" sz="2400">
              <a:solidFill>
                <a:srgbClr val="000000">
                  <a:alpha val="60000"/>
                </a:srgbClr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11FB0B9-08B2-DC32-E3E3-FF62F9DBB387}"/>
              </a:ext>
            </a:extLst>
          </p:cNvPr>
          <p:cNvGrpSpPr/>
          <p:nvPr/>
        </p:nvGrpSpPr>
        <p:grpSpPr>
          <a:xfrm>
            <a:off x="7636389" y="5382011"/>
            <a:ext cx="3958724" cy="986308"/>
            <a:chOff x="7636389" y="5870841"/>
            <a:chExt cx="3958724" cy="986308"/>
          </a:xfrm>
        </p:grpSpPr>
        <p:pic>
          <p:nvPicPr>
            <p:cNvPr id="4" name="Picture 3" descr="Green letters on a black background&#10;&#10;Description automatically generated">
              <a:extLst>
                <a:ext uri="{FF2B5EF4-FFF2-40B4-BE49-F238E27FC236}">
                  <a16:creationId xmlns:a16="http://schemas.microsoft.com/office/drawing/2014/main" id="{497F471D-16CB-53D5-52A8-A6A83CF08E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36389" y="5870841"/>
              <a:ext cx="2041586" cy="986308"/>
            </a:xfrm>
            <a:prstGeom prst="rect">
              <a:avLst/>
            </a:prstGeom>
          </p:spPr>
        </p:pic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B2BAEF0B-A84C-B429-2CA8-D8FB5B05F5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934207" y="6001108"/>
              <a:ext cx="660906" cy="70736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036836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theme1.xml><?xml version="1.0" encoding="utf-8"?>
<a:theme xmlns:a="http://schemas.openxmlformats.org/drawingml/2006/main" name="FrostyVTI">
  <a:themeElements>
    <a:clrScheme name="Frosty">
      <a:dk1>
        <a:sysClr val="windowText" lastClr="000000"/>
      </a:dk1>
      <a:lt1>
        <a:sysClr val="window" lastClr="FFFFFF"/>
      </a:lt1>
      <a:dk2>
        <a:srgbClr val="0B2827"/>
      </a:dk2>
      <a:lt2>
        <a:srgbClr val="DAE3E3"/>
      </a:lt2>
      <a:accent1>
        <a:srgbClr val="767E37"/>
      </a:accent1>
      <a:accent2>
        <a:srgbClr val="B495C2"/>
      </a:accent2>
      <a:accent3>
        <a:srgbClr val="8FA3A3"/>
      </a:accent3>
      <a:accent4>
        <a:srgbClr val="CE7F01"/>
      </a:accent4>
      <a:accent5>
        <a:srgbClr val="D15A29"/>
      </a:accent5>
      <a:accent6>
        <a:srgbClr val="B88470"/>
      </a:accent6>
      <a:hlink>
        <a:srgbClr val="B57001"/>
      </a:hlink>
      <a:folHlink>
        <a:srgbClr val="996209"/>
      </a:folHlink>
    </a:clrScheme>
    <a:fontScheme name="Frosted Leaf">
      <a:majorFont>
        <a:latin typeface="Goudy Old Style"/>
        <a:ea typeface=""/>
        <a:cs typeface=""/>
      </a:majorFont>
      <a:minorFont>
        <a:latin typeface="Avenir Next LT Pro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ostyVTI" id="{DD283BC3-E0B6-4E4B-91CF-F0F54D51BB21}" vid="{3EE220F7-F497-4893-BE1F-7BB1D607421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5E267E2-D0C1-458E-BA40-3B641CF83E36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32DBBDF-0415-4F4A-A72F-EB449088BF3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6986C09-F420-40AE-93AA-C368DCF73FE2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FrostyVTI</Template>
  <Application>Microsoft Office PowerPoint</Application>
  <PresentationFormat>Widescreen</PresentationFormat>
  <Slides>17</Slides>
  <Notes>13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FrostyVTI</vt:lpstr>
      <vt:lpstr>Finova</vt:lpstr>
      <vt:lpstr>The Team</vt:lpstr>
      <vt:lpstr>Instructor</vt:lpstr>
      <vt:lpstr>Table of Contents</vt:lpstr>
      <vt:lpstr>Introduction</vt:lpstr>
      <vt:lpstr>Project Focus</vt:lpstr>
      <vt:lpstr>Importance</vt:lpstr>
      <vt:lpstr>Planning</vt:lpstr>
      <vt:lpstr>Features</vt:lpstr>
      <vt:lpstr>Requirements</vt:lpstr>
      <vt:lpstr>Tools and Technologies</vt:lpstr>
      <vt:lpstr>Workplace</vt:lpstr>
      <vt:lpstr>PowerPoint Presentation</vt:lpstr>
      <vt:lpstr>PowerPoint Presentation</vt:lpstr>
      <vt:lpstr>PowerPoint Presentation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presentation</dc:title>
  <dc:creator/>
  <cp:revision>299</cp:revision>
  <dcterms:created xsi:type="dcterms:W3CDTF">2024-05-29T13:44:45Z</dcterms:created>
  <dcterms:modified xsi:type="dcterms:W3CDTF">2025-08-18T10:10:16Z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