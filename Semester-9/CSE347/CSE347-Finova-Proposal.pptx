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333" r:id="rId7"/>
    <p:sldId id="262" r:id="rId8"/>
    <p:sldId id="334" r:id="rId9"/>
    <p:sldId id="324" r:id="rId10"/>
    <p:sldId id="335" r:id="rId11"/>
    <p:sldId id="320" r:id="rId12"/>
    <p:sldId id="315" r:id="rId13"/>
    <p:sldId id="336" r:id="rId14"/>
    <p:sldId id="337" r:id="rId15"/>
    <p:sldId id="338" r:id="rId16"/>
    <p:sldId id="329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F85DF0-6A14-4C66-6225-DDB72AF49240}" v="106" dt="2025-08-02T17:23:19.521"/>
    <p1510:client id="{A626E2A0-2FED-B422-EA29-D111407F9DFD}" v="554" dt="2025-08-02T18:01:53.039"/>
  </p1510:revLst>
</p1510:revInfo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4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65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FDF2-CBE5-9F1A-55FC-161C044D1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BFFDC-A3D2-A72F-7DC3-608703A88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83A93-5304-D594-0044-3D7A4CE42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37C7B-FB4E-D797-95BE-3815778E83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186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927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99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7350-1700-81E4-2391-5644631AD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CF0148-F656-7F2E-C6FE-39754C08D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9E78B-D67E-2851-6EEF-7AC04D241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6B194-8F39-7E12-3A7B-44A881070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06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42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922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5F13-499E-1094-3500-FA949F9B8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FE798-71A3-59A9-F05A-D0A72C1325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DA6A2-4310-8BAF-49C8-A435857B5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E8ACF-EB09-87C6-2F59-5E69FC936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7828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701F8-7E48-5167-7A39-A9CE414B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F7535-E006-AB9D-64ED-4A2564CC7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3014C-E849-9332-CCDD-7DE1BB979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1260E-363F-5F84-8C11-43064D11C2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04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C979-3A18-8F0D-69B6-BA95BC7A7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29AA8-FC71-B83F-DC72-780B54A54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06659-EC30-290B-CED6-9DE06A60D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AADFD-0041-498A-2451-41F099D5C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429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12FDEA-03A1-4F6D-A72C-F016AC56B49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11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32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655735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122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11103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6175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15622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962D13F-065F-B5B5-D0E6-E5707D370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69F4739-7046-0251-2DF1-C699230644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163D0146-2A52-A1D5-4593-B4C5EB99B2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B11D10C2-7B14-DAF3-6BF2-5A8F43E9DA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53E52456-41A7-AC0D-14E1-EBCA46FA03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F721F5B-EC05-CF43-091F-DAF14831D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4EAA2530-7335-61C7-70D6-747F737F23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D6830C5-6699-B51E-C138-387FB43266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6FF4243D-BD79-D045-8F40-6116E0C37D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E9EC195D-83CA-FFB5-8E57-01F2F889675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134E1E14-0E7D-344A-292A-0FEE2278CC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5F7EE493-E0DB-AB06-7D9D-5AF68F7F066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5EEA1730-2FFB-87EA-EAD1-B2B5783665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1E4289FE-15AE-AB80-0279-9FEC059A9B2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25151662-B32C-3EAB-F6C8-76DD978D23C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3C3EE828-B477-B615-CA63-8538BE486DD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7AC7C2E5-ABB8-BBAD-2355-D6D2362E06C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6A22F749-ED2C-4875-608B-E377A5448F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4771A641-145D-E8E1-A9B2-69823A4D01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3F8F37-F2D6-CCBD-20FE-B22B8E4C18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AF3ABA6C-6FD2-67BB-2670-5BFDD170EC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E9B0D058-B8D1-9353-2199-A74B70392D7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13A1A6A6-A997-36FF-9BD6-128BD48F102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1DB2A818-4899-91F3-6E29-A6B44792B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06FA050E-E57A-A008-4AFC-E0A7BF4BD9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1AA4FDAD-E69F-B8CA-3647-41EE49D1899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FA9079B0-05A2-05C9-0B71-62DA8342903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B1A01482-3AC9-3B96-29F0-77E1F45A2BD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18BBAE1C-A0BE-C2D0-0B21-EF53F120FEC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6699894E-9D4E-38B1-7E0F-FD7E8DD87CA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3F7686F1-1A2D-7362-06B5-FFFD3ACB4F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861B3E07-B72D-1FE2-EDEA-17E925D72FF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4DFA77FC-64D9-DE58-A28A-66AD9C2B326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8FF768D7-8614-439F-50A9-59D5140555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374D642E-1A3B-7563-4C4C-A8886D59033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BFF8C2B2-E490-A9EE-3883-FA9C8EE2469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D4EBDBA2-C991-DB59-8E58-B4D12A257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C77A19F7-390A-587C-0735-A199D3DB0C8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74CC8F53-BFF6-5AA8-554D-A3AFC16E10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C507FE88-BFE7-3491-C4ED-84BCC713C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5E59AEE7-2E00-DD8E-4A64-624BBBF218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4BB12628-726F-E89A-FBAF-334733B975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2BE7A39-1897-9A9A-F597-9D75FE4A851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7C6C0069-A065-BA31-6BD7-D5AA4499F6F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93CD5D7-6B2F-E9B2-9A97-ADB1AB308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CB8559C-9482-7A04-AFCA-0EE0336DB9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48E5CDD-04A4-0F7F-051B-44C6F6B7F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423FA6BC-48D6-1095-2002-196438F1D80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22D39D72-6C9D-0B9E-8A6B-E7C2286B9C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7683F3FD-E227-C358-C0FD-2FFA3C28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EC33943E-7F7F-3DD7-3721-BA4866CC6B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E45C6B72-DCCD-6EB6-132D-0FA67819D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168015B7-C961-378D-2DC6-DC765AF0CB0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DF769C9F-2362-9FBD-939F-ABDB7CBB1F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25755D6-AD5C-914E-7A62-145DBD64A56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DFDDF6F8-12EA-25EC-8FC5-8A21B11F38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EBD7A53C-B52C-8CA2-F5BA-686A373E46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7CA0655A-0AF5-EEE3-ABB0-20D1BED0BD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4FD9506A-2D60-7B40-6CF8-F96EE89F92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AB7F3BA7-1A8F-076B-B5E3-818D3298FB2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70B6BB27-AE08-DCF4-FC6C-B0AA459929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B8BE40A7-E371-08CD-A28A-03F591E0F5C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69E67CF8-C6BE-AFC8-E935-47A9B66A1D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9066B5CD-8B07-C124-814E-E0FCC342194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15BDA307-0487-F6F8-9712-E7E849479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FB2D68D3-0B6E-1782-F250-F235EBF134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0044EBAD-2D73-148B-C869-00D38A213ED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BEA5DF87-0DFD-2540-F7AB-0E6ACB1E327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916F5E3C-9C75-F588-DE04-69C972C186B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38DF4F6-2A73-D808-991D-95439C1739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C7A2833E-2ADD-3B71-08FC-6283A81A80E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FCDF8FCA-19BF-CFB5-0CCB-3EF2D7CB0A9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F73B0C2F-F151-71AB-9ABE-1959C358EAF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A44D14B4-5764-EFCE-FBC7-CF2D0B277AB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E3756F0B-F8B3-26EE-2A7F-1C5992122CA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1E4DCDD-63E6-2079-6168-1020560A912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1514E1C2-75D7-754B-9F26-F5B9066EFF5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41804AAA-0E5C-F089-12DB-DA756DBC8F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2EE8038-D703-128B-70AB-CE60212607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089B8075-A4EE-CE03-6C76-DC97CFABA0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E9606914-44A7-93DD-5097-AC11FE653E8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AA850AAF-4BA2-57DD-6C9D-C9991F2F2F8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66085E16-1D45-53C3-E48D-B7202C213A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42157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1766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7456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898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873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72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F9E50B4-1616-9029-9FC0-901DDF9BF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9680" y="0"/>
            <a:ext cx="77423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0307" y="430521"/>
            <a:ext cx="3389065" cy="1847528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954839" y="2511829"/>
            <a:ext cx="5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4FFBCF-911F-5818-60FE-B018CA67735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0307" y="2745610"/>
            <a:ext cx="3389065" cy="3499611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>
              <a:buNone/>
              <a:defRPr/>
            </a:lvl2pPr>
            <a:lvl3pPr marL="720000" indent="0">
              <a:buNone/>
              <a:defRPr/>
            </a:lvl3pPr>
            <a:lvl4pPr marL="1080000" indent="0">
              <a:buNone/>
              <a:defRPr/>
            </a:lvl4pPr>
            <a:lvl5pPr marL="1440000" indent="0">
              <a:buNone/>
              <a:defRPr/>
            </a:lvl5pPr>
          </a:lstStyle>
          <a:p>
            <a:pPr marL="0" indent="0" algn="ctr">
              <a:buNone/>
            </a:pPr>
            <a:r>
              <a:rPr lang="en-US"/>
              <a:t>Click to add text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79988" y="430521"/>
            <a:ext cx="6681704" cy="601926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384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0"/>
            <a:ext cx="5170860" cy="4869882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picture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6D3DA45-FD99-405B-8BF9-260DD97C0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C2A03C-F372-4C6D-929D-FD97AD43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FEDBB3-0BD6-41BC-BB57-9FEC2E96C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D12B81D-3F14-4DA1-BECA-6698248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4" name="Freeform 68">
                  <a:extLst>
                    <a:ext uri="{FF2B5EF4-FFF2-40B4-BE49-F238E27FC236}">
                      <a16:creationId xmlns:a16="http://schemas.microsoft.com/office/drawing/2014/main" id="{EA11E57D-88DD-4899-907A-2A5772002F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" name="Freeform 69">
                  <a:extLst>
                    <a:ext uri="{FF2B5EF4-FFF2-40B4-BE49-F238E27FC236}">
                      <a16:creationId xmlns:a16="http://schemas.microsoft.com/office/drawing/2014/main" id="{7A5AEE18-30A4-4777-975F-02D107A171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" name="Line 70">
                  <a:extLst>
                    <a:ext uri="{FF2B5EF4-FFF2-40B4-BE49-F238E27FC236}">
                      <a16:creationId xmlns:a16="http://schemas.microsoft.com/office/drawing/2014/main" id="{39EA21FB-AE36-478E-9770-CB84281439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C45D5C4-2D3A-4F84-BED1-D9B75234B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1" name="Freeform 68">
                  <a:extLst>
                    <a:ext uri="{FF2B5EF4-FFF2-40B4-BE49-F238E27FC236}">
                      <a16:creationId xmlns:a16="http://schemas.microsoft.com/office/drawing/2014/main" id="{259762E8-7432-4501-9FE5-92B04D37C7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" name="Freeform 69">
                  <a:extLst>
                    <a:ext uri="{FF2B5EF4-FFF2-40B4-BE49-F238E27FC236}">
                      <a16:creationId xmlns:a16="http://schemas.microsoft.com/office/drawing/2014/main" id="{FF91FD3E-0148-4B50-8906-7D9CD382A3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506FA1AD-488A-4FD4-A79F-4343698EA7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79776F-EEB5-464D-19DD-92EC7B3B3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09A16CC-7006-C92A-F15C-618A3235A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35D8D8D-001E-352F-FE03-CC3EE1D7C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1CE1C6F-D1A5-FD45-5120-8F87F05DCF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9" name="Freeform 68">
                  <a:extLst>
                    <a:ext uri="{FF2B5EF4-FFF2-40B4-BE49-F238E27FC236}">
                      <a16:creationId xmlns:a16="http://schemas.microsoft.com/office/drawing/2014/main" id="{FE946A41-95B9-A9F4-17ED-A011312446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69">
                  <a:extLst>
                    <a:ext uri="{FF2B5EF4-FFF2-40B4-BE49-F238E27FC236}">
                      <a16:creationId xmlns:a16="http://schemas.microsoft.com/office/drawing/2014/main" id="{FDFB515A-8805-F10C-2933-35BDDF1DD3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Line 70">
                  <a:extLst>
                    <a:ext uri="{FF2B5EF4-FFF2-40B4-BE49-F238E27FC236}">
                      <a16:creationId xmlns:a16="http://schemas.microsoft.com/office/drawing/2014/main" id="{F63B17C2-189B-28FA-8876-976CC481C7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13E90FB-54AC-A2FC-9D01-C95ACC91FC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5" name="Freeform 68">
                  <a:extLst>
                    <a:ext uri="{FF2B5EF4-FFF2-40B4-BE49-F238E27FC236}">
                      <a16:creationId xmlns:a16="http://schemas.microsoft.com/office/drawing/2014/main" id="{58A6A556-AB2C-1636-63D4-9E2806E3671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A43047F1-413F-99DB-01CC-293FC1813A5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47C2B72F-C97F-770D-5F99-50DD97EB279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103716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43" y="995761"/>
            <a:ext cx="5160757" cy="2972990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0" name="Subtitle 7">
            <a:extLst>
              <a:ext uri="{FF2B5EF4-FFF2-40B4-BE49-F238E27FC236}">
                <a16:creationId xmlns:a16="http://schemas.microsoft.com/office/drawing/2014/main" id="{C2777538-58E6-494C-A27B-B70346B0F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2643" y="4081727"/>
            <a:ext cx="5160757" cy="1780513"/>
          </a:xfrm>
        </p:spPr>
        <p:txBody>
          <a:bodyPr anchor="t" anchorCtr="0">
            <a:noAutofit/>
          </a:bodyPr>
          <a:lstStyle>
            <a:lvl1pPr marL="0" indent="0" algn="ctr">
              <a:buNone/>
              <a:defRPr lang="en-US" sz="1800" kern="1200" cap="all" spc="30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>
                <a:cs typeface="Calibri"/>
              </a:rPr>
              <a:t>Click to add subtitle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41D5DFE-8F3F-B784-41B0-31F1C534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39998" y="5634038"/>
            <a:ext cx="2216150" cy="1177924"/>
            <a:chOff x="4987925" y="2840038"/>
            <a:chExt cx="2216150" cy="117792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78FF8C9-13C5-56E2-15F0-726312FF5E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4867E99-B662-B6E9-E6E5-C3407AF41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17278895-DA26-C127-87C0-697FD9488C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830A98F7-AE8F-57AF-4A98-D9FDD5E348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04E85AAB-DBFC-9EFB-0839-BD3BF907CB4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FB82D752-7675-919F-1F4E-A662D638CA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315DAC7-8F1F-7516-6093-EF240456E2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8784DA3A-66FB-8A56-0830-9C7BAE1BDF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17465245-FA5B-23A6-733F-92E4C7D22B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E5934380-F9D4-5C01-360B-793C27BC6B1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CD2A0D6-CCC5-0E52-3DEA-FC7EDC9C4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1939998" y="49440"/>
            <a:ext cx="2216150" cy="1177924"/>
            <a:chOff x="4987925" y="2840038"/>
            <a:chExt cx="2216150" cy="11779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952F4BA-7236-1B1C-5216-B9BE515C7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555DC04-CCBE-6784-2184-F53E6BB5E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B9A340D-1663-7DA9-73AE-9B675EF50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8" name="Freeform 68">
                  <a:extLst>
                    <a:ext uri="{FF2B5EF4-FFF2-40B4-BE49-F238E27FC236}">
                      <a16:creationId xmlns:a16="http://schemas.microsoft.com/office/drawing/2014/main" id="{79252168-D1D9-C3CD-EFC8-41C970A058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69">
                  <a:extLst>
                    <a:ext uri="{FF2B5EF4-FFF2-40B4-BE49-F238E27FC236}">
                      <a16:creationId xmlns:a16="http://schemas.microsoft.com/office/drawing/2014/main" id="{BD3D9A06-E42E-5D13-8785-3C0D11DE16C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40" name="Line 70">
                  <a:extLst>
                    <a:ext uri="{FF2B5EF4-FFF2-40B4-BE49-F238E27FC236}">
                      <a16:creationId xmlns:a16="http://schemas.microsoft.com/office/drawing/2014/main" id="{21834AF8-71F0-5841-4EC6-634FD9FE3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2D1C1DDF-35C6-613D-DA7C-81FC3E0E96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35" name="Freeform 68">
                  <a:extLst>
                    <a:ext uri="{FF2B5EF4-FFF2-40B4-BE49-F238E27FC236}">
                      <a16:creationId xmlns:a16="http://schemas.microsoft.com/office/drawing/2014/main" id="{F63E067E-30E2-CF93-0F3E-7766C716D43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69">
                  <a:extLst>
                    <a:ext uri="{FF2B5EF4-FFF2-40B4-BE49-F238E27FC236}">
                      <a16:creationId xmlns:a16="http://schemas.microsoft.com/office/drawing/2014/main" id="{E1121437-B5EB-87F8-77CC-3B28244521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Line 70">
                  <a:extLst>
                    <a:ext uri="{FF2B5EF4-FFF2-40B4-BE49-F238E27FC236}">
                      <a16:creationId xmlns:a16="http://schemas.microsoft.com/office/drawing/2014/main" id="{0FC3E6C1-F30C-BEBC-7EBD-1D93DCD05B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54800" y="430213"/>
            <a:ext cx="4995863" cy="5997574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85682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D905AD-2C09-A80F-FBF0-4F45A7A148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3" y="400049"/>
            <a:ext cx="8647721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F87AC4-493F-1EB8-D127-C21530FA824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3" y="1997132"/>
            <a:ext cx="8652793" cy="4232218"/>
          </a:xfrm>
        </p:spPr>
        <p:txBody>
          <a:bodyPr lIns="0">
            <a:normAutofit/>
          </a:bodyPr>
          <a:lstStyle>
            <a:lvl1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100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3pPr>
            <a:lvl4pPr marL="136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4pPr>
            <a:lvl5pPr marL="172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BE6897-C551-2BCB-F552-C4B761D2C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57063" y="457964"/>
            <a:ext cx="2211229" cy="2707415"/>
            <a:chOff x="9728105" y="457964"/>
            <a:chExt cx="2211229" cy="27074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8215B7C-A98D-6F6C-9039-6F2AAEEFD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84D4E7B-7775-1603-2C3F-5C265357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F97B093-B348-8A25-789A-743A43E903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0732DEA9-6233-9CDE-64C6-744FC6CD6E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Rectangle 30">
                  <a:extLst>
                    <a:ext uri="{FF2B5EF4-FFF2-40B4-BE49-F238E27FC236}">
                      <a16:creationId xmlns:a16="http://schemas.microsoft.com/office/drawing/2014/main" id="{9274C521-E533-D3E5-CE64-E3A3AEC0FE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Rectangle 30">
                  <a:extLst>
                    <a:ext uri="{FF2B5EF4-FFF2-40B4-BE49-F238E27FC236}">
                      <a16:creationId xmlns:a16="http://schemas.microsoft.com/office/drawing/2014/main" id="{2C69CF99-91AA-9E24-24AE-5A89748B4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35D6C12-B227-D277-0499-FA2765DB20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01FCD87F-4621-47F3-CC5C-A1A8F67332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CA7C3364-8305-C08F-4132-18DA2D39BF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093390-6F0E-5ED5-5DAF-40FF11548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AA9FA7-0165-F161-72DC-F2E001FCF3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9F185D91-004D-5474-3DD0-9153A2AEA2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D995CD54-9374-D2B3-957D-6925B750A6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53" name="Line 70">
                <a:extLst>
                  <a:ext uri="{FF2B5EF4-FFF2-40B4-BE49-F238E27FC236}">
                    <a16:creationId xmlns:a16="http://schemas.microsoft.com/office/drawing/2014/main" id="{EDCD4830-6A47-A59E-6569-B352E6D66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00E8D63-E827-790A-519A-B36BFBDE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3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08D1ED-4589-9577-8D42-858F2E005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9740417" y="3721100"/>
            <a:ext cx="2211229" cy="2707415"/>
            <a:chOff x="9728105" y="457964"/>
            <a:chExt cx="2211229" cy="2707415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657C24A-988F-290D-0D82-858C3E574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3AB3F4C6-5635-3075-CCEA-4675932DD4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02F5D12D-62A1-0F12-12B0-572BA5657E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E47EADA3-585F-FC49-7481-AF5B4DA093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Rectangle 30">
                  <a:extLst>
                    <a:ext uri="{FF2B5EF4-FFF2-40B4-BE49-F238E27FC236}">
                      <a16:creationId xmlns:a16="http://schemas.microsoft.com/office/drawing/2014/main" id="{DFB52899-BBD4-527C-5990-88BF84565D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 30">
                  <a:extLst>
                    <a:ext uri="{FF2B5EF4-FFF2-40B4-BE49-F238E27FC236}">
                      <a16:creationId xmlns:a16="http://schemas.microsoft.com/office/drawing/2014/main" id="{653A3527-A6E3-89A6-71ED-9A7D8EBA4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D03B7A9-CD70-40B9-650E-43C78D4F1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451CBB11-40F3-F130-BA91-6311C58CB1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CCB9535-280C-59F1-2408-AFAD8D1BE2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4493786-0B0A-24D5-26A9-8E820E6AB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F66FA07F-4726-2875-B812-6BCC5ABCC2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38" name="Freeform 68">
                  <a:extLst>
                    <a:ext uri="{FF2B5EF4-FFF2-40B4-BE49-F238E27FC236}">
                      <a16:creationId xmlns:a16="http://schemas.microsoft.com/office/drawing/2014/main" id="{A3457F2F-D92C-2F19-7ECB-5110F6A2BB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9" name="Freeform 69">
                  <a:extLst>
                    <a:ext uri="{FF2B5EF4-FFF2-40B4-BE49-F238E27FC236}">
                      <a16:creationId xmlns:a16="http://schemas.microsoft.com/office/drawing/2014/main" id="{6ABA0333-6EC3-6BEF-E476-C0072364AA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37" name="Line 70">
                <a:extLst>
                  <a:ext uri="{FF2B5EF4-FFF2-40B4-BE49-F238E27FC236}">
                    <a16:creationId xmlns:a16="http://schemas.microsoft.com/office/drawing/2014/main" id="{D9E689F1-3CC0-2CE6-27B1-34AA1949B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811096D-7051-CD8E-3C9B-63077216B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375748-D6D7-A497-C19F-581BC093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AC1AD6-D101-6CA6-45FC-DC48C0F32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94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68408" y="1187450"/>
            <a:ext cx="6255903" cy="2996901"/>
          </a:xfrm>
        </p:spPr>
        <p:txBody>
          <a:bodyPr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6B76DB-2767-87C4-10EE-4BBBF284112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286000" y="4557712"/>
            <a:ext cx="7659688" cy="1639275"/>
          </a:xfrm>
        </p:spPr>
        <p:txBody>
          <a:bodyPr/>
          <a:lstStyle>
            <a:lvl1pPr marL="0" indent="0" algn="ctr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None/>
              <a:defRPr lang="en-US" sz="1800" kern="1200" cap="all" spc="30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ctr"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F4A9DA-0E0F-BB15-37FE-7C47230AF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D7EE9A-A325-1078-BB60-9FC75CAEB6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38" name="Freeform 64">
                <a:extLst>
                  <a:ext uri="{FF2B5EF4-FFF2-40B4-BE49-F238E27FC236}">
                    <a16:creationId xmlns:a16="http://schemas.microsoft.com/office/drawing/2014/main" id="{E3B36E34-9750-EC15-036F-4B675C295A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9" name="Freeform 81">
                <a:extLst>
                  <a:ext uri="{FF2B5EF4-FFF2-40B4-BE49-F238E27FC236}">
                    <a16:creationId xmlns:a16="http://schemas.microsoft.com/office/drawing/2014/main" id="{06586384-27A4-246C-E62A-33558F884F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Freeform 61">
                <a:extLst>
                  <a:ext uri="{FF2B5EF4-FFF2-40B4-BE49-F238E27FC236}">
                    <a16:creationId xmlns:a16="http://schemas.microsoft.com/office/drawing/2014/main" id="{5AA0A056-987B-0766-D8E8-C8D89A7EC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Freeform 78">
                <a:extLst>
                  <a:ext uri="{FF2B5EF4-FFF2-40B4-BE49-F238E27FC236}">
                    <a16:creationId xmlns:a16="http://schemas.microsoft.com/office/drawing/2014/main" id="{B8359D64-1AAE-C3D6-1AEB-701A90268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Freeform 84">
                <a:extLst>
                  <a:ext uri="{FF2B5EF4-FFF2-40B4-BE49-F238E27FC236}">
                    <a16:creationId xmlns:a16="http://schemas.microsoft.com/office/drawing/2014/main" id="{40C577F2-9B8C-9987-0FDA-0B46E995A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Freeform 87">
                <a:extLst>
                  <a:ext uri="{FF2B5EF4-FFF2-40B4-BE49-F238E27FC236}">
                    <a16:creationId xmlns:a16="http://schemas.microsoft.com/office/drawing/2014/main" id="{E4A8A441-14F2-1181-7C03-9AF4D75DE0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Freeform 60">
                <a:extLst>
                  <a:ext uri="{FF2B5EF4-FFF2-40B4-BE49-F238E27FC236}">
                    <a16:creationId xmlns:a16="http://schemas.microsoft.com/office/drawing/2014/main" id="{3A0F5B06-DAD1-414A-4045-AC17788009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Freeform 59">
                <a:extLst>
                  <a:ext uri="{FF2B5EF4-FFF2-40B4-BE49-F238E27FC236}">
                    <a16:creationId xmlns:a16="http://schemas.microsoft.com/office/drawing/2014/main" id="{6EAB1EB7-4688-82CC-051F-DB66DE38B8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" name="Freeform 62">
                <a:extLst>
                  <a:ext uri="{FF2B5EF4-FFF2-40B4-BE49-F238E27FC236}">
                    <a16:creationId xmlns:a16="http://schemas.microsoft.com/office/drawing/2014/main" id="{A9AB2401-8BD6-D082-7D34-198A6545D1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" name="Freeform 65">
                <a:extLst>
                  <a:ext uri="{FF2B5EF4-FFF2-40B4-BE49-F238E27FC236}">
                    <a16:creationId xmlns:a16="http://schemas.microsoft.com/office/drawing/2014/main" id="{3A90FDBC-4B7A-EDE5-0D04-338D0D4465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79">
                <a:extLst>
                  <a:ext uri="{FF2B5EF4-FFF2-40B4-BE49-F238E27FC236}">
                    <a16:creationId xmlns:a16="http://schemas.microsoft.com/office/drawing/2014/main" id="{A8D3C6B9-6FD6-25DA-E318-38517D172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Freeform 82">
                <a:extLst>
                  <a:ext uri="{FF2B5EF4-FFF2-40B4-BE49-F238E27FC236}">
                    <a16:creationId xmlns:a16="http://schemas.microsoft.com/office/drawing/2014/main" id="{7B45605F-50DD-B936-79D0-4D5D3DCCF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0" name="Freeform 85">
                <a:extLst>
                  <a:ext uri="{FF2B5EF4-FFF2-40B4-BE49-F238E27FC236}">
                    <a16:creationId xmlns:a16="http://schemas.microsoft.com/office/drawing/2014/main" id="{AA2CCC3A-D444-734A-6925-5778565003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Freeform 88">
                <a:extLst>
                  <a:ext uri="{FF2B5EF4-FFF2-40B4-BE49-F238E27FC236}">
                    <a16:creationId xmlns:a16="http://schemas.microsoft.com/office/drawing/2014/main" id="{A2BD9A0D-1346-B3F5-7383-79EB805AB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6EB22E5-C3DE-A015-B732-9C99977BB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53" name="Line 63">
                  <a:extLst>
                    <a:ext uri="{FF2B5EF4-FFF2-40B4-BE49-F238E27FC236}">
                      <a16:creationId xmlns:a16="http://schemas.microsoft.com/office/drawing/2014/main" id="{93CF15FE-A466-3FBE-1E87-307BF004FC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4" name="Line 66">
                  <a:extLst>
                    <a:ext uri="{FF2B5EF4-FFF2-40B4-BE49-F238E27FC236}">
                      <a16:creationId xmlns:a16="http://schemas.microsoft.com/office/drawing/2014/main" id="{3C84471E-53D8-C7CA-359C-EA3D084335B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5" name="Line 67">
                  <a:extLst>
                    <a:ext uri="{FF2B5EF4-FFF2-40B4-BE49-F238E27FC236}">
                      <a16:creationId xmlns:a16="http://schemas.microsoft.com/office/drawing/2014/main" id="{BC3DC9EB-7ADF-8A40-A0B1-806A49FDD1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6" name="Line 80">
                  <a:extLst>
                    <a:ext uri="{FF2B5EF4-FFF2-40B4-BE49-F238E27FC236}">
                      <a16:creationId xmlns:a16="http://schemas.microsoft.com/office/drawing/2014/main" id="{A9814A17-E78A-F4E9-E11C-91D474D977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7" name="Line 83">
                  <a:extLst>
                    <a:ext uri="{FF2B5EF4-FFF2-40B4-BE49-F238E27FC236}">
                      <a16:creationId xmlns:a16="http://schemas.microsoft.com/office/drawing/2014/main" id="{317CBEE3-C973-721D-F6E1-B01AB3846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8" name="Line 86">
                  <a:extLst>
                    <a:ext uri="{FF2B5EF4-FFF2-40B4-BE49-F238E27FC236}">
                      <a16:creationId xmlns:a16="http://schemas.microsoft.com/office/drawing/2014/main" id="{B94FEC87-B417-D6A3-C64B-28FBFF77E6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" name="Line 89">
                  <a:extLst>
                    <a:ext uri="{FF2B5EF4-FFF2-40B4-BE49-F238E27FC236}">
                      <a16:creationId xmlns:a16="http://schemas.microsoft.com/office/drawing/2014/main" id="{E06EF271-57E5-EEF4-D040-2024C9C5E22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B6F3B2D-71C3-22D2-3FE7-AEB56473B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97575CCE-8AB7-7F62-6647-54A79E708F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B17ABC5D-B6B9-F1AF-A5E6-4E86BF3973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9D90BB42-FD51-C2C9-345D-87DED4AC79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Rectangle 30">
                  <a:extLst>
                    <a:ext uri="{FF2B5EF4-FFF2-40B4-BE49-F238E27FC236}">
                      <a16:creationId xmlns:a16="http://schemas.microsoft.com/office/drawing/2014/main" id="{385D3C2A-6509-6882-27B6-96C8742214B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0">
                  <a:extLst>
                    <a:ext uri="{FF2B5EF4-FFF2-40B4-BE49-F238E27FC236}">
                      <a16:creationId xmlns:a16="http://schemas.microsoft.com/office/drawing/2014/main" id="{4BF0830E-092E-8582-FD37-25EBB95D93E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C380A303-EA12-90C6-733E-C85628E6E9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641257D7-35B4-17E4-164F-621D979A03D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6F3910AB-8CA8-F456-4738-9F48854BD06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586CB42-F5B6-83EC-94BC-143860A11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635060AB-ED2F-208F-81B5-BEB45F802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27" name="Freeform 68">
                  <a:extLst>
                    <a:ext uri="{FF2B5EF4-FFF2-40B4-BE49-F238E27FC236}">
                      <a16:creationId xmlns:a16="http://schemas.microsoft.com/office/drawing/2014/main" id="{6E687AEB-A199-BAD0-2E9A-3ACBFE2841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9">
                  <a:extLst>
                    <a:ext uri="{FF2B5EF4-FFF2-40B4-BE49-F238E27FC236}">
                      <a16:creationId xmlns:a16="http://schemas.microsoft.com/office/drawing/2014/main" id="{DAFE85D5-581E-A320-6774-95E0233C56C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Line 70">
                  <a:extLst>
                    <a:ext uri="{FF2B5EF4-FFF2-40B4-BE49-F238E27FC236}">
                      <a16:creationId xmlns:a16="http://schemas.microsoft.com/office/drawing/2014/main" id="{7270347A-DB8B-CFEA-D5B1-DBC3659BBE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21965131-3F3E-E213-B710-81D71722A9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22" name="Freeform 68">
                  <a:extLst>
                    <a:ext uri="{FF2B5EF4-FFF2-40B4-BE49-F238E27FC236}">
                      <a16:creationId xmlns:a16="http://schemas.microsoft.com/office/drawing/2014/main" id="{A3D07104-0A30-F679-34AF-C21FD6FACE8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3" name="Freeform 69">
                  <a:extLst>
                    <a:ext uri="{FF2B5EF4-FFF2-40B4-BE49-F238E27FC236}">
                      <a16:creationId xmlns:a16="http://schemas.microsoft.com/office/drawing/2014/main" id="{B13E5798-2DCB-9131-C54F-6F0D08D86F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2F125324-9871-5BDF-13D3-6E4113AFD0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E0CCD1F-2B54-D361-E053-5FF87DD59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2855" y="716800"/>
            <a:ext cx="3838575" cy="5583025"/>
            <a:chOff x="199766" y="716800"/>
            <a:chExt cx="3838575" cy="5583025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3F3EEBC-EBC4-0038-38A9-A494FED7A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80" name="Freeform 64">
                <a:extLst>
                  <a:ext uri="{FF2B5EF4-FFF2-40B4-BE49-F238E27FC236}">
                    <a16:creationId xmlns:a16="http://schemas.microsoft.com/office/drawing/2014/main" id="{581DA3CF-C0A0-8E1A-B2CA-B465ACA6C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81">
                <a:extLst>
                  <a:ext uri="{FF2B5EF4-FFF2-40B4-BE49-F238E27FC236}">
                    <a16:creationId xmlns:a16="http://schemas.microsoft.com/office/drawing/2014/main" id="{DB32943F-D66E-F068-1ECE-FF375616F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61">
                <a:extLst>
                  <a:ext uri="{FF2B5EF4-FFF2-40B4-BE49-F238E27FC236}">
                    <a16:creationId xmlns:a16="http://schemas.microsoft.com/office/drawing/2014/main" id="{3B13BE8F-A9CD-C462-43E9-D182FCF05E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78">
                <a:extLst>
                  <a:ext uri="{FF2B5EF4-FFF2-40B4-BE49-F238E27FC236}">
                    <a16:creationId xmlns:a16="http://schemas.microsoft.com/office/drawing/2014/main" id="{F75852E9-400B-CA0A-4A1A-0B754AE008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84">
                <a:extLst>
                  <a:ext uri="{FF2B5EF4-FFF2-40B4-BE49-F238E27FC236}">
                    <a16:creationId xmlns:a16="http://schemas.microsoft.com/office/drawing/2014/main" id="{1D8ECB49-B6E6-DA8C-61EE-CB6BB20FF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87">
                <a:extLst>
                  <a:ext uri="{FF2B5EF4-FFF2-40B4-BE49-F238E27FC236}">
                    <a16:creationId xmlns:a16="http://schemas.microsoft.com/office/drawing/2014/main" id="{53A3DB70-240A-ADEB-E7B2-84B3837F4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0">
                <a:extLst>
                  <a:ext uri="{FF2B5EF4-FFF2-40B4-BE49-F238E27FC236}">
                    <a16:creationId xmlns:a16="http://schemas.microsoft.com/office/drawing/2014/main" id="{9B713D37-E240-145B-9C3E-F8D262CF7B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59">
                <a:extLst>
                  <a:ext uri="{FF2B5EF4-FFF2-40B4-BE49-F238E27FC236}">
                    <a16:creationId xmlns:a16="http://schemas.microsoft.com/office/drawing/2014/main" id="{17B81BF5-2C3A-46BE-E721-022FD3C1F4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62">
                <a:extLst>
                  <a:ext uri="{FF2B5EF4-FFF2-40B4-BE49-F238E27FC236}">
                    <a16:creationId xmlns:a16="http://schemas.microsoft.com/office/drawing/2014/main" id="{2885C111-E5DD-8443-FE17-0569B46EC8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65">
                <a:extLst>
                  <a:ext uri="{FF2B5EF4-FFF2-40B4-BE49-F238E27FC236}">
                    <a16:creationId xmlns:a16="http://schemas.microsoft.com/office/drawing/2014/main" id="{029DD684-1B88-2889-DA3A-5870D67614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79">
                <a:extLst>
                  <a:ext uri="{FF2B5EF4-FFF2-40B4-BE49-F238E27FC236}">
                    <a16:creationId xmlns:a16="http://schemas.microsoft.com/office/drawing/2014/main" id="{3C566D20-0174-75CC-D855-AB274699D8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82">
                <a:extLst>
                  <a:ext uri="{FF2B5EF4-FFF2-40B4-BE49-F238E27FC236}">
                    <a16:creationId xmlns:a16="http://schemas.microsoft.com/office/drawing/2014/main" id="{36A8E32A-151B-A3D3-49DE-6008D6C45F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85">
                <a:extLst>
                  <a:ext uri="{FF2B5EF4-FFF2-40B4-BE49-F238E27FC236}">
                    <a16:creationId xmlns:a16="http://schemas.microsoft.com/office/drawing/2014/main" id="{76E7A491-283C-6A17-EB8C-B02383E9A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88">
                <a:extLst>
                  <a:ext uri="{FF2B5EF4-FFF2-40B4-BE49-F238E27FC236}">
                    <a16:creationId xmlns:a16="http://schemas.microsoft.com/office/drawing/2014/main" id="{E91E0A05-94DE-D7F7-3A60-DEA330713B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FF3DE174-682A-6361-8639-CDA2D81AA0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95" name="Line 63">
                  <a:extLst>
                    <a:ext uri="{FF2B5EF4-FFF2-40B4-BE49-F238E27FC236}">
                      <a16:creationId xmlns:a16="http://schemas.microsoft.com/office/drawing/2014/main" id="{2234DE9F-CB30-6186-5B72-493836DF14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Line 66">
                  <a:extLst>
                    <a:ext uri="{FF2B5EF4-FFF2-40B4-BE49-F238E27FC236}">
                      <a16:creationId xmlns:a16="http://schemas.microsoft.com/office/drawing/2014/main" id="{DAF283E5-22FA-93DD-FB58-AA9A0424C93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" name="Line 67">
                  <a:extLst>
                    <a:ext uri="{FF2B5EF4-FFF2-40B4-BE49-F238E27FC236}">
                      <a16:creationId xmlns:a16="http://schemas.microsoft.com/office/drawing/2014/main" id="{CE496269-4163-B3BB-A9E1-56F00C65A0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" name="Line 80">
                  <a:extLst>
                    <a:ext uri="{FF2B5EF4-FFF2-40B4-BE49-F238E27FC236}">
                      <a16:creationId xmlns:a16="http://schemas.microsoft.com/office/drawing/2014/main" id="{90179A3F-210B-6566-A4A2-F50DAB4E89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Line 83">
                  <a:extLst>
                    <a:ext uri="{FF2B5EF4-FFF2-40B4-BE49-F238E27FC236}">
                      <a16:creationId xmlns:a16="http://schemas.microsoft.com/office/drawing/2014/main" id="{772AEF66-4E36-6C46-BEE9-2E18CDC2AE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Line 86">
                  <a:extLst>
                    <a:ext uri="{FF2B5EF4-FFF2-40B4-BE49-F238E27FC236}">
                      <a16:creationId xmlns:a16="http://schemas.microsoft.com/office/drawing/2014/main" id="{258703F6-E13A-5C69-B4D3-DE791D24F11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" name="Line 89">
                  <a:extLst>
                    <a:ext uri="{FF2B5EF4-FFF2-40B4-BE49-F238E27FC236}">
                      <a16:creationId xmlns:a16="http://schemas.microsoft.com/office/drawing/2014/main" id="{EEC221A3-F3A0-F165-B37C-BF65A34237A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1BE042E-E49B-4A5F-357E-8DB2C56DD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C166BC29-F4E6-A651-BD21-70A8B85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6002A7A7-B4BB-9C4C-3948-E72F7F44D1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CF73A36C-4216-A151-D845-77BCCDC9E71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Rectangle 30">
                  <a:extLst>
                    <a:ext uri="{FF2B5EF4-FFF2-40B4-BE49-F238E27FC236}">
                      <a16:creationId xmlns:a16="http://schemas.microsoft.com/office/drawing/2014/main" id="{5BBF4110-E046-056F-4D58-8896610108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30">
                  <a:extLst>
                    <a:ext uri="{FF2B5EF4-FFF2-40B4-BE49-F238E27FC236}">
                      <a16:creationId xmlns:a16="http://schemas.microsoft.com/office/drawing/2014/main" id="{809EE42A-5648-154F-432A-D9F3570862D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A783DC31-F0EF-CF42-ED90-75B1ABD16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74" name="Freeform: Shape 73">
                  <a:extLst>
                    <a:ext uri="{FF2B5EF4-FFF2-40B4-BE49-F238E27FC236}">
                      <a16:creationId xmlns:a16="http://schemas.microsoft.com/office/drawing/2014/main" id="{798C938D-4846-6187-1846-8DF73B4DD1D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5" name="Freeform: Shape 74">
                  <a:extLst>
                    <a:ext uri="{FF2B5EF4-FFF2-40B4-BE49-F238E27FC236}">
                      <a16:creationId xmlns:a16="http://schemas.microsoft.com/office/drawing/2014/main" id="{E52F3A13-6583-B19D-8326-EDCA4E9994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AC02D64-2157-DCA3-9D5E-57703AAB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7EDD009B-AFCE-7C90-EDC0-4823F23EA1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8DCD1D20-6F7B-2005-233C-448F7276964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C701A3C9-3B53-4238-2638-1B8BA0EC5F5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Line 70">
                  <a:extLst>
                    <a:ext uri="{FF2B5EF4-FFF2-40B4-BE49-F238E27FC236}">
                      <a16:creationId xmlns:a16="http://schemas.microsoft.com/office/drawing/2014/main" id="{36AC7693-785F-3C83-9A64-E6039FA0E0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CF359D63-C81D-206A-44F3-F1273C0708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66" name="Freeform 68">
                  <a:extLst>
                    <a:ext uri="{FF2B5EF4-FFF2-40B4-BE49-F238E27FC236}">
                      <a16:creationId xmlns:a16="http://schemas.microsoft.com/office/drawing/2014/main" id="{220AC73E-818C-B36C-CBD0-B0B5802981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69">
                  <a:extLst>
                    <a:ext uri="{FF2B5EF4-FFF2-40B4-BE49-F238E27FC236}">
                      <a16:creationId xmlns:a16="http://schemas.microsoft.com/office/drawing/2014/main" id="{E5255418-4DCC-DA3A-8A94-1E4253DD4C9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Line 70">
                  <a:extLst>
                    <a:ext uri="{FF2B5EF4-FFF2-40B4-BE49-F238E27FC236}">
                      <a16:creationId xmlns:a16="http://schemas.microsoft.com/office/drawing/2014/main" id="{81D8F951-4C97-BFA4-4434-DCEC72D59E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784D93E-84DF-A671-0102-F4445B9DB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43775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213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0">
            <a:extLst>
              <a:ext uri="{FF2B5EF4-FFF2-40B4-BE49-F238E27FC236}">
                <a16:creationId xmlns:a16="http://schemas.microsoft.com/office/drawing/2014/main" id="{6F8AB8B9-9DB5-3592-13B2-C6EAC9964C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104724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B6B9D5-CD1B-A940-279D-F71F01ADB003}"/>
              </a:ext>
            </a:extLst>
          </p:cNvPr>
          <p:cNvSpPr>
            <a:spLocks noGrp="1"/>
          </p:cNvSpPr>
          <p:nvPr>
            <p:ph sz="half" idx="12" hasCustomPrompt="1"/>
          </p:nvPr>
        </p:nvSpPr>
        <p:spPr>
          <a:xfrm>
            <a:off x="568164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269BDF9-7C8E-6E41-2B0A-E6156A56F0E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74202" y="1997132"/>
            <a:ext cx="539868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B8ED33-4EE7-7B50-3C8D-2D43FCEE2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C8F833A-02FB-E36B-45C9-0645070F68F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7BDAEEC9-E6ED-C61A-85C7-C1E0B67B16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1492A7-053E-DE52-D433-9715A1632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06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90507" y="395289"/>
            <a:ext cx="7733329" cy="1189806"/>
          </a:xfrm>
        </p:spPr>
        <p:txBody>
          <a:bodyPr l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890507" y="1997132"/>
            <a:ext cx="2765356" cy="4465579"/>
          </a:xfrm>
        </p:spPr>
        <p:txBody>
          <a:bodyPr lIns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8C1FBAB-005F-F0AD-1BEA-D659045F89F3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815634" y="1997132"/>
            <a:ext cx="4808202" cy="4232218"/>
          </a:xfrm>
        </p:spPr>
        <p:txBody>
          <a:bodyPr lIns="91440">
            <a:normAutofit/>
          </a:bodyPr>
          <a:lstStyle>
            <a:lvl1pPr marL="0" indent="0">
              <a:lnSpc>
                <a:spcPct val="130000"/>
              </a:lnSpc>
              <a:spcBef>
                <a:spcPts val="1000"/>
              </a:spcBef>
              <a:buNone/>
              <a:defRPr sz="1800"/>
            </a:lvl1pPr>
            <a:lvl2pPr marL="283464" indent="-283464">
              <a:lnSpc>
                <a:spcPct val="130000"/>
              </a:lnSpc>
              <a:spcBef>
                <a:spcPts val="1000"/>
              </a:spcBef>
              <a:defRPr sz="1800"/>
            </a:lvl2pPr>
            <a:lvl3pPr marL="566928" indent="-283464">
              <a:lnSpc>
                <a:spcPct val="130000"/>
              </a:lnSpc>
              <a:spcBef>
                <a:spcPts val="1000"/>
              </a:spcBef>
              <a:defRPr sz="1800"/>
            </a:lvl3pPr>
            <a:lvl4pPr marL="850392" indent="-283464">
              <a:lnSpc>
                <a:spcPct val="130000"/>
              </a:lnSpc>
              <a:spcBef>
                <a:spcPts val="1000"/>
              </a:spcBef>
              <a:defRPr sz="1800"/>
            </a:lvl4pPr>
            <a:lvl5pPr marL="1371600" indent="-283464">
              <a:lnSpc>
                <a:spcPct val="130000"/>
              </a:lnSpc>
              <a:spcBef>
                <a:spcPts val="1000"/>
              </a:spcBef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CF0BDF-4C70-3A21-D896-DAC13562A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890509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735428F-DCEA-E8DB-1A53-7A9E8B6BD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883418" y="-158956"/>
            <a:ext cx="2457450" cy="3838575"/>
            <a:chOff x="587376" y="280988"/>
            <a:chExt cx="2457450" cy="3838575"/>
          </a:xfrm>
        </p:grpSpPr>
        <p:sp>
          <p:nvSpPr>
            <p:cNvPr id="76" name="Freeform 64">
              <a:extLst>
                <a:ext uri="{FF2B5EF4-FFF2-40B4-BE49-F238E27FC236}">
                  <a16:creationId xmlns:a16="http://schemas.microsoft.com/office/drawing/2014/main" id="{B08950FF-1512-B7DF-BED3-12DAB240C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81">
              <a:extLst>
                <a:ext uri="{FF2B5EF4-FFF2-40B4-BE49-F238E27FC236}">
                  <a16:creationId xmlns:a16="http://schemas.microsoft.com/office/drawing/2014/main" id="{FED46019-50FE-56DC-07AE-3140B62D99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61">
              <a:extLst>
                <a:ext uri="{FF2B5EF4-FFF2-40B4-BE49-F238E27FC236}">
                  <a16:creationId xmlns:a16="http://schemas.microsoft.com/office/drawing/2014/main" id="{F8344F6F-7BFF-A0C1-6A5C-7C26859CE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351AD35-F328-430C-AC8C-9C2FCC751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84">
              <a:extLst>
                <a:ext uri="{FF2B5EF4-FFF2-40B4-BE49-F238E27FC236}">
                  <a16:creationId xmlns:a16="http://schemas.microsoft.com/office/drawing/2014/main" id="{26C9E2DF-5528-DC17-0E3E-5CAB02313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Freeform 87">
              <a:extLst>
                <a:ext uri="{FF2B5EF4-FFF2-40B4-BE49-F238E27FC236}">
                  <a16:creationId xmlns:a16="http://schemas.microsoft.com/office/drawing/2014/main" id="{C6D0E3D9-FDBB-F24B-58B3-5D64BA3AD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7CEB91EF-B50A-86E9-6E90-5306CC452C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Freeform 59">
              <a:extLst>
                <a:ext uri="{FF2B5EF4-FFF2-40B4-BE49-F238E27FC236}">
                  <a16:creationId xmlns:a16="http://schemas.microsoft.com/office/drawing/2014/main" id="{9F658E30-2295-292A-732D-35D6A2A3A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Freeform 62">
              <a:extLst>
                <a:ext uri="{FF2B5EF4-FFF2-40B4-BE49-F238E27FC236}">
                  <a16:creationId xmlns:a16="http://schemas.microsoft.com/office/drawing/2014/main" id="{46653527-5E94-B1BE-2530-38683A6E5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Freeform 65">
              <a:extLst>
                <a:ext uri="{FF2B5EF4-FFF2-40B4-BE49-F238E27FC236}">
                  <a16:creationId xmlns:a16="http://schemas.microsoft.com/office/drawing/2014/main" id="{746ECD9D-C4C1-ABBF-B385-62CE70917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Freeform 79">
              <a:extLst>
                <a:ext uri="{FF2B5EF4-FFF2-40B4-BE49-F238E27FC236}">
                  <a16:creationId xmlns:a16="http://schemas.microsoft.com/office/drawing/2014/main" id="{F12FD0B4-D775-8778-B4AB-281288125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Freeform 82">
              <a:extLst>
                <a:ext uri="{FF2B5EF4-FFF2-40B4-BE49-F238E27FC236}">
                  <a16:creationId xmlns:a16="http://schemas.microsoft.com/office/drawing/2014/main" id="{9060E759-708B-81DA-7D61-A5E4FD15A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Freeform 85">
              <a:extLst>
                <a:ext uri="{FF2B5EF4-FFF2-40B4-BE49-F238E27FC236}">
                  <a16:creationId xmlns:a16="http://schemas.microsoft.com/office/drawing/2014/main" id="{C1BC18FF-D435-8372-8D36-F0A2E2FF1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D7BE903D-C298-1952-7991-8E31C2AF2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B607DCA6-6024-D362-9330-8AFFBBB8A7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91" name="Line 63">
                <a:extLst>
                  <a:ext uri="{FF2B5EF4-FFF2-40B4-BE49-F238E27FC236}">
                    <a16:creationId xmlns:a16="http://schemas.microsoft.com/office/drawing/2014/main" id="{3B80B578-9153-AA37-CCF4-1C530CE74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Line 66">
                <a:extLst>
                  <a:ext uri="{FF2B5EF4-FFF2-40B4-BE49-F238E27FC236}">
                    <a16:creationId xmlns:a16="http://schemas.microsoft.com/office/drawing/2014/main" id="{70FF2BF6-5E2B-13B9-B292-51297D0F07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Line 67">
                <a:extLst>
                  <a:ext uri="{FF2B5EF4-FFF2-40B4-BE49-F238E27FC236}">
                    <a16:creationId xmlns:a16="http://schemas.microsoft.com/office/drawing/2014/main" id="{10EEC0DE-2FA0-2991-F09B-FDB7F90BCF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Line 80">
                <a:extLst>
                  <a:ext uri="{FF2B5EF4-FFF2-40B4-BE49-F238E27FC236}">
                    <a16:creationId xmlns:a16="http://schemas.microsoft.com/office/drawing/2014/main" id="{FD5727E7-2D7B-1745-2AFE-EE92B123D0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Line 83">
                <a:extLst>
                  <a:ext uri="{FF2B5EF4-FFF2-40B4-BE49-F238E27FC236}">
                    <a16:creationId xmlns:a16="http://schemas.microsoft.com/office/drawing/2014/main" id="{7E599577-4F0E-E46B-8F38-5DE84B9EB3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Line 86">
                <a:extLst>
                  <a:ext uri="{FF2B5EF4-FFF2-40B4-BE49-F238E27FC236}">
                    <a16:creationId xmlns:a16="http://schemas.microsoft.com/office/drawing/2014/main" id="{EBC3501F-ACA9-9716-54B2-308F761A35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Line 89">
                <a:extLst>
                  <a:ext uri="{FF2B5EF4-FFF2-40B4-BE49-F238E27FC236}">
                    <a16:creationId xmlns:a16="http://schemas.microsoft.com/office/drawing/2014/main" id="{8F837063-D92B-EA3A-1299-475B6632C0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1A340BC-A6D3-539D-CB1E-965CF9C5D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8900000" flipV="1">
            <a:off x="917093" y="3213810"/>
            <a:ext cx="2457450" cy="3838575"/>
            <a:chOff x="587376" y="280988"/>
            <a:chExt cx="2457450" cy="3838575"/>
          </a:xfrm>
        </p:grpSpPr>
        <p:sp>
          <p:nvSpPr>
            <p:cNvPr id="99" name="Freeform 64">
              <a:extLst>
                <a:ext uri="{FF2B5EF4-FFF2-40B4-BE49-F238E27FC236}">
                  <a16:creationId xmlns:a16="http://schemas.microsoft.com/office/drawing/2014/main" id="{7AC7CD44-8A4B-F8A7-C900-0DD35E0EB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443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Freeform 81">
              <a:extLst>
                <a:ext uri="{FF2B5EF4-FFF2-40B4-BE49-F238E27FC236}">
                  <a16:creationId xmlns:a16="http://schemas.microsoft.com/office/drawing/2014/main" id="{11D7F6C7-DB52-EF70-52AC-898829F0A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205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Freeform 61">
              <a:extLst>
                <a:ext uri="{FF2B5EF4-FFF2-40B4-BE49-F238E27FC236}">
                  <a16:creationId xmlns:a16="http://schemas.microsoft.com/office/drawing/2014/main" id="{198FB818-8D72-83A8-92A1-DBF959851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443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78">
              <a:extLst>
                <a:ext uri="{FF2B5EF4-FFF2-40B4-BE49-F238E27FC236}">
                  <a16:creationId xmlns:a16="http://schemas.microsoft.com/office/drawing/2014/main" id="{3D0C3C81-7CE0-2D78-D02F-F9DCF0501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205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84">
              <a:extLst>
                <a:ext uri="{FF2B5EF4-FFF2-40B4-BE49-F238E27FC236}">
                  <a16:creationId xmlns:a16="http://schemas.microsoft.com/office/drawing/2014/main" id="{0C7ED120-F30B-14AB-5B2F-B022C86689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967038"/>
              <a:ext cx="1228725" cy="790575"/>
            </a:xfrm>
            <a:custGeom>
              <a:avLst/>
              <a:gdLst>
                <a:gd name="T0" fmla="*/ 95 w 258"/>
                <a:gd name="T1" fmla="*/ 132 h 166"/>
                <a:gd name="T2" fmla="*/ 258 w 258"/>
                <a:gd name="T3" fmla="*/ 149 h 166"/>
                <a:gd name="T4" fmla="*/ 0 w 258"/>
                <a:gd name="T5" fmla="*/ 0 h 166"/>
                <a:gd name="T6" fmla="*/ 95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95" y="132"/>
                  </a:moveTo>
                  <a:cubicBezTo>
                    <a:pt x="147" y="162"/>
                    <a:pt x="206" y="166"/>
                    <a:pt x="258" y="14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44" y="102"/>
                    <a:pt x="95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Freeform 87">
              <a:extLst>
                <a:ext uri="{FF2B5EF4-FFF2-40B4-BE49-F238E27FC236}">
                  <a16:creationId xmlns:a16="http://schemas.microsoft.com/office/drawing/2014/main" id="{60788874-2352-19A7-D664-0106854D9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967038"/>
              <a:ext cx="1228725" cy="790575"/>
            </a:xfrm>
            <a:custGeom>
              <a:avLst/>
              <a:gdLst>
                <a:gd name="T0" fmla="*/ 162 w 258"/>
                <a:gd name="T1" fmla="*/ 132 h 166"/>
                <a:gd name="T2" fmla="*/ 258 w 258"/>
                <a:gd name="T3" fmla="*/ 0 h 166"/>
                <a:gd name="T4" fmla="*/ 0 w 258"/>
                <a:gd name="T5" fmla="*/ 149 h 166"/>
                <a:gd name="T6" fmla="*/ 162 w 258"/>
                <a:gd name="T7" fmla="*/ 132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162" y="132"/>
                  </a:moveTo>
                  <a:cubicBezTo>
                    <a:pt x="214" y="102"/>
                    <a:pt x="247" y="54"/>
                    <a:pt x="258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52" y="166"/>
                    <a:pt x="111" y="162"/>
                    <a:pt x="162" y="13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Freeform 60">
              <a:extLst>
                <a:ext uri="{FF2B5EF4-FFF2-40B4-BE49-F238E27FC236}">
                  <a16:creationId xmlns:a16="http://schemas.microsoft.com/office/drawing/2014/main" id="{88B03378-17C4-9F0A-14DE-B0D14C3A5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0988"/>
              <a:ext cx="319088" cy="1419225"/>
            </a:xfrm>
            <a:custGeom>
              <a:avLst/>
              <a:gdLst>
                <a:gd name="T0" fmla="*/ 0 w 67"/>
                <a:gd name="T1" fmla="*/ 0 h 298"/>
                <a:gd name="T2" fmla="*/ 0 w 67"/>
                <a:gd name="T3" fmla="*/ 298 h 298"/>
                <a:gd name="T4" fmla="*/ 67 w 67"/>
                <a:gd name="T5" fmla="*/ 149 h 298"/>
                <a:gd name="T6" fmla="*/ 0 w 67"/>
                <a:gd name="T7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0"/>
                  </a:moveTo>
                  <a:cubicBezTo>
                    <a:pt x="0" y="298"/>
                    <a:pt x="0" y="298"/>
                    <a:pt x="0" y="298"/>
                  </a:cubicBezTo>
                  <a:cubicBezTo>
                    <a:pt x="41" y="261"/>
                    <a:pt x="67" y="208"/>
                    <a:pt x="67" y="149"/>
                  </a:cubicBezTo>
                  <a:cubicBezTo>
                    <a:pt x="67" y="89"/>
                    <a:pt x="41" y="36"/>
                    <a:pt x="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Freeform 59">
              <a:extLst>
                <a:ext uri="{FF2B5EF4-FFF2-40B4-BE49-F238E27FC236}">
                  <a16:creationId xmlns:a16="http://schemas.microsoft.com/office/drawing/2014/main" id="{AF0D137B-1827-9F4C-03BB-6D7F26FF5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97013" y="280988"/>
              <a:ext cx="319088" cy="1419225"/>
            </a:xfrm>
            <a:custGeom>
              <a:avLst/>
              <a:gdLst>
                <a:gd name="T0" fmla="*/ 0 w 67"/>
                <a:gd name="T1" fmla="*/ 149 h 298"/>
                <a:gd name="T2" fmla="*/ 67 w 67"/>
                <a:gd name="T3" fmla="*/ 298 h 298"/>
                <a:gd name="T4" fmla="*/ 67 w 67"/>
                <a:gd name="T5" fmla="*/ 0 h 298"/>
                <a:gd name="T6" fmla="*/ 0 w 67"/>
                <a:gd name="T7" fmla="*/ 14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7" h="298">
                  <a:moveTo>
                    <a:pt x="0" y="149"/>
                  </a:moveTo>
                  <a:cubicBezTo>
                    <a:pt x="0" y="208"/>
                    <a:pt x="26" y="261"/>
                    <a:pt x="67" y="298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26" y="36"/>
                    <a:pt x="0" y="89"/>
                    <a:pt x="0" y="149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89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Freeform 62">
              <a:extLst>
                <a:ext uri="{FF2B5EF4-FFF2-40B4-BE49-F238E27FC236}">
                  <a16:creationId xmlns:a16="http://schemas.microsoft.com/office/drawing/2014/main" id="{F0D58801-920F-64E9-DD6A-9E41DB9CE1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1390651"/>
              <a:ext cx="1228725" cy="761999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Freeform 65">
              <a:extLst>
                <a:ext uri="{FF2B5EF4-FFF2-40B4-BE49-F238E27FC236}">
                  <a16:creationId xmlns:a16="http://schemas.microsoft.com/office/drawing/2014/main" id="{1196BF7F-0B7D-24CC-1BF8-28DE94B28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1362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0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Freeform 79">
              <a:extLst>
                <a:ext uri="{FF2B5EF4-FFF2-40B4-BE49-F238E27FC236}">
                  <a16:creationId xmlns:a16="http://schemas.microsoft.com/office/drawing/2014/main" id="{0055D8F4-D194-4E40-FA91-94F7A1AEC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124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CBF5427B-8B0F-8276-A243-4B27DA41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124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Freeform 85">
              <a:extLst>
                <a:ext uri="{FF2B5EF4-FFF2-40B4-BE49-F238E27FC236}">
                  <a16:creationId xmlns:a16="http://schemas.microsoft.com/office/drawing/2014/main" id="{200EE055-2A12-AA92-46E4-2FA8D7BA3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7376" y="2886075"/>
              <a:ext cx="1228725" cy="790575"/>
            </a:xfrm>
            <a:custGeom>
              <a:avLst/>
              <a:gdLst>
                <a:gd name="T0" fmla="*/ 0 w 258"/>
                <a:gd name="T1" fmla="*/ 17 h 166"/>
                <a:gd name="T2" fmla="*/ 258 w 258"/>
                <a:gd name="T3" fmla="*/ 166 h 166"/>
                <a:gd name="T4" fmla="*/ 162 w 258"/>
                <a:gd name="T5" fmla="*/ 34 h 166"/>
                <a:gd name="T6" fmla="*/ 0 w 258"/>
                <a:gd name="T7" fmla="*/ 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7"/>
                  </a:moveTo>
                  <a:cubicBezTo>
                    <a:pt x="258" y="166"/>
                    <a:pt x="258" y="166"/>
                    <a:pt x="258" y="166"/>
                  </a:cubicBezTo>
                  <a:cubicBezTo>
                    <a:pt x="247" y="112"/>
                    <a:pt x="213" y="63"/>
                    <a:pt x="162" y="34"/>
                  </a:cubicBezTo>
                  <a:cubicBezTo>
                    <a:pt x="111" y="4"/>
                    <a:pt x="52" y="0"/>
                    <a:pt x="0" y="1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Freeform 88">
              <a:extLst>
                <a:ext uri="{FF2B5EF4-FFF2-40B4-BE49-F238E27FC236}">
                  <a16:creationId xmlns:a16="http://schemas.microsoft.com/office/drawing/2014/main" id="{3C38B1EC-E4D2-BF06-976B-C14979A12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816101" y="2886075"/>
              <a:ext cx="1228725" cy="790575"/>
            </a:xfrm>
            <a:custGeom>
              <a:avLst/>
              <a:gdLst>
                <a:gd name="T0" fmla="*/ 0 w 258"/>
                <a:gd name="T1" fmla="*/ 166 h 166"/>
                <a:gd name="T2" fmla="*/ 258 w 258"/>
                <a:gd name="T3" fmla="*/ 17 h 166"/>
                <a:gd name="T4" fmla="*/ 96 w 258"/>
                <a:gd name="T5" fmla="*/ 34 h 166"/>
                <a:gd name="T6" fmla="*/ 0 w 258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8" h="166">
                  <a:moveTo>
                    <a:pt x="0" y="166"/>
                  </a:moveTo>
                  <a:cubicBezTo>
                    <a:pt x="258" y="17"/>
                    <a:pt x="258" y="17"/>
                    <a:pt x="258" y="17"/>
                  </a:cubicBezTo>
                  <a:cubicBezTo>
                    <a:pt x="206" y="0"/>
                    <a:pt x="147" y="4"/>
                    <a:pt x="96" y="34"/>
                  </a:cubicBezTo>
                  <a:cubicBezTo>
                    <a:pt x="44" y="63"/>
                    <a:pt x="11" y="112"/>
                    <a:pt x="0" y="1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FFFF">
                    <a:alpha val="80000"/>
                  </a:srgbClr>
                </a:gs>
                <a:gs pos="100000">
                  <a:srgbClr val="FFFFFF">
                    <a:alpha val="20000"/>
                  </a:srgbClr>
                </a:gs>
              </a:gsLst>
              <a:lin ang="10800000" scaled="0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5BCF6A29-31B0-2441-356B-86247D86DC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87376" y="280988"/>
              <a:ext cx="2457450" cy="3838575"/>
              <a:chOff x="587376" y="280988"/>
              <a:chExt cx="2457450" cy="3838575"/>
            </a:xfrm>
          </p:grpSpPr>
          <p:sp>
            <p:nvSpPr>
              <p:cNvPr id="114" name="Line 63">
                <a:extLst>
                  <a:ext uri="{FF2B5EF4-FFF2-40B4-BE49-F238E27FC236}">
                    <a16:creationId xmlns:a16="http://schemas.microsoft.com/office/drawing/2014/main" id="{6EB6905C-ACF6-9AF1-664F-5C0FED8A66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Line 66">
                <a:extLst>
                  <a:ext uri="{FF2B5EF4-FFF2-40B4-BE49-F238E27FC236}">
                    <a16:creationId xmlns:a16="http://schemas.microsoft.com/office/drawing/2014/main" id="{0E262CE0-BAF1-8146-35BB-AC059F729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1443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Line 67">
                <a:extLst>
                  <a:ext uri="{FF2B5EF4-FFF2-40B4-BE49-F238E27FC236}">
                    <a16:creationId xmlns:a16="http://schemas.microsoft.com/office/drawing/2014/main" id="{191EBC3F-760E-86C1-8B21-A117912C6C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80988"/>
                <a:ext cx="0" cy="3838575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Line 80">
                <a:extLst>
                  <a:ext uri="{FF2B5EF4-FFF2-40B4-BE49-F238E27FC236}">
                    <a16:creationId xmlns:a16="http://schemas.microsoft.com/office/drawing/2014/main" id="{53EAD6B4-1599-2782-D593-2D6148973A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Line 83">
                <a:extLst>
                  <a:ext uri="{FF2B5EF4-FFF2-40B4-BE49-F238E27FC236}">
                    <a16:creationId xmlns:a16="http://schemas.microsoft.com/office/drawing/2014/main" id="{809484DC-53A9-6DF0-B3E7-61C4BBC6D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205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Line 86">
                <a:extLst>
                  <a:ext uri="{FF2B5EF4-FFF2-40B4-BE49-F238E27FC236}">
                    <a16:creationId xmlns:a16="http://schemas.microsoft.com/office/drawing/2014/main" id="{631B2D90-841F-130E-48D8-D77FD39A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Line 89">
                <a:extLst>
                  <a:ext uri="{FF2B5EF4-FFF2-40B4-BE49-F238E27FC236}">
                    <a16:creationId xmlns:a16="http://schemas.microsoft.com/office/drawing/2014/main" id="{54CE9CB3-DC61-CF9B-41AF-A855A9A7F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1816101" y="2967038"/>
                <a:ext cx="1228725" cy="709613"/>
              </a:xfrm>
              <a:prstGeom prst="line">
                <a:avLst/>
              </a:prstGeom>
              <a:noFill/>
              <a:ln w="12700" cap="rnd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1B2F52A-503B-3D02-DD9B-CD13E1192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EA1EAF5E-FFB3-BD50-2D80-15B1A519FC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6D9679-CDB7-1A17-8236-8B08D90E8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23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910FDC-FCA3-4F39-AC3F-821172639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37" y="0"/>
            <a:ext cx="386715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4" name="Title 10">
            <a:extLst>
              <a:ext uri="{FF2B5EF4-FFF2-40B4-BE49-F238E27FC236}">
                <a16:creationId xmlns:a16="http://schemas.microsoft.com/office/drawing/2014/main" id="{4C136262-2D92-08CC-8364-8E00D9FE6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3685" y="400049"/>
            <a:ext cx="731015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F0F278F-99B1-49C2-968B-C983DF8121A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0810" y="430212"/>
            <a:ext cx="2989063" cy="5997575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Click to add picture</a:t>
            </a:r>
          </a:p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F82769-951B-3DA0-5C05-D7354E00A37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13685" y="1997132"/>
            <a:ext cx="7314440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E138E9-0025-C4F7-43CB-C242E93B3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1368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3412D6E-AE2E-B8C7-3247-1E771842C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368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DA960C8-4CEC-FD5C-58B1-0A33E8015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1392" y="6356350"/>
            <a:ext cx="3614737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6500073-CE8C-BD5A-D965-BBB31877F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614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0">
            <a:extLst>
              <a:ext uri="{FF2B5EF4-FFF2-40B4-BE49-F238E27FC236}">
                <a16:creationId xmlns:a16="http://schemas.microsoft.com/office/drawing/2014/main" id="{08188DE9-5A5D-940E-A9B9-5CFB3A7C1A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34A48A-4B33-4D5B-B419-07841EB5890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4" y="1997132"/>
            <a:ext cx="4105436" cy="4232218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360000" indent="0">
              <a:lnSpc>
                <a:spcPct val="130000"/>
              </a:lnSpc>
              <a:buNone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4167E6-4D04-7A2D-23CD-96BBAF8BB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C648438-1E2A-193E-BB18-7CBA2B4929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4BF0ED-9E99-363F-C319-90444F339F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5F4DA9D-3116-000E-0A7B-D7B93F324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98CFB27C-609E-49B0-CA37-A6CCB5E9DC5C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833938" y="1997075"/>
            <a:ext cx="6781268" cy="42322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table</a:t>
            </a:r>
          </a:p>
        </p:txBody>
      </p:sp>
    </p:spTree>
    <p:extLst>
      <p:ext uri="{BB962C8B-B14F-4D97-AF65-F5344CB8AC3E}">
        <p14:creationId xmlns:p14="http://schemas.microsoft.com/office/powerpoint/2010/main" val="400020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0">
            <a:extLst>
              <a:ext uri="{FF2B5EF4-FFF2-40B4-BE49-F238E27FC236}">
                <a16:creationId xmlns:a16="http://schemas.microsoft.com/office/drawing/2014/main" id="{120C2CE9-09D7-C315-9A26-E750905F8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57636" y="400049"/>
            <a:ext cx="8467760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B5F0A77-8ECB-36B0-0483-E734AB12FD7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157636" y="1997132"/>
            <a:ext cx="5597686" cy="4356056"/>
          </a:xfrm>
        </p:spPr>
        <p:txBody>
          <a:bodyPr lIns="0">
            <a:normAutofit/>
          </a:bodyPr>
          <a:lstStyle>
            <a:lvl1pPr marL="0" indent="0">
              <a:lnSpc>
                <a:spcPct val="130000"/>
              </a:lnSpc>
              <a:buNone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720000" indent="0">
              <a:lnSpc>
                <a:spcPct val="130000"/>
              </a:lnSpc>
              <a:buNone/>
              <a:defRPr sz="1800"/>
            </a:lvl3pPr>
            <a:lvl4pPr marL="1080000" indent="0">
              <a:lnSpc>
                <a:spcPct val="130000"/>
              </a:lnSpc>
              <a:buNone/>
              <a:defRPr sz="1800"/>
            </a:lvl4pPr>
            <a:lvl5pPr marL="1440000" indent="0">
              <a:lnSpc>
                <a:spcPct val="130000"/>
              </a:lnSpc>
              <a:buNone/>
              <a:defRPr sz="1800"/>
            </a:lvl5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CB4063C8-82E1-0B52-0D41-B642726AD1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8945821" y="1997134"/>
            <a:ext cx="2679575" cy="435605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</a:lstStyle>
          <a:p>
            <a:r>
              <a:rPr lang="en-US">
                <a:cs typeface="Calibri"/>
              </a:rPr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374DF95-81A4-1CFF-D87E-1DBCA565C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85095" y="457964"/>
            <a:ext cx="2211229" cy="2707415"/>
            <a:chOff x="9728105" y="457964"/>
            <a:chExt cx="2211229" cy="270741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15172FB-4F23-B7CE-4A45-A96A16F64C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78A1988F-4EE5-01C8-E1E2-EE21A6AF8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59707535-B3AB-7212-B069-A366ABAFE2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E14A54E3-A9EA-3476-B996-946D455F356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Rectangle 30">
                  <a:extLst>
                    <a:ext uri="{FF2B5EF4-FFF2-40B4-BE49-F238E27FC236}">
                      <a16:creationId xmlns:a16="http://schemas.microsoft.com/office/drawing/2014/main" id="{8096AB25-3A2B-B9B7-A68E-1974E3ED87A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 30">
                  <a:extLst>
                    <a:ext uri="{FF2B5EF4-FFF2-40B4-BE49-F238E27FC236}">
                      <a16:creationId xmlns:a16="http://schemas.microsoft.com/office/drawing/2014/main" id="{2085403A-97EF-4203-C58B-E41070E516F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B2F8BD77-64E1-4FBD-81A4-E43A307C93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323A0F3A-5730-3AFC-409F-6A67460C5A7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70681FEE-64CB-7074-366C-42CED63713A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08813273-0B3B-17D4-89E5-22B5D6407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8DEE50A8-DEB8-82E4-6939-22346B41BF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98" name="Freeform 68">
                  <a:extLst>
                    <a:ext uri="{FF2B5EF4-FFF2-40B4-BE49-F238E27FC236}">
                      <a16:creationId xmlns:a16="http://schemas.microsoft.com/office/drawing/2014/main" id="{7C268328-6EF0-F968-28D1-9F0E5B0177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Freeform 69">
                  <a:extLst>
                    <a:ext uri="{FF2B5EF4-FFF2-40B4-BE49-F238E27FC236}">
                      <a16:creationId xmlns:a16="http://schemas.microsoft.com/office/drawing/2014/main" id="{37BFDF79-1029-8C4B-621E-4A6C9DFB6D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97" name="Line 70">
                <a:extLst>
                  <a:ext uri="{FF2B5EF4-FFF2-40B4-BE49-F238E27FC236}">
                    <a16:creationId xmlns:a16="http://schemas.microsoft.com/office/drawing/2014/main" id="{20958208-D7CF-3479-7930-E3FB39DAA4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5445BB5-50E8-C707-7C74-32796AC98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268449" y="3721100"/>
            <a:ext cx="2211229" cy="2707415"/>
            <a:chOff x="9728105" y="457964"/>
            <a:chExt cx="2211229" cy="2707415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0348311-F256-5764-CF61-E4D36CE7B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965C0C66-56A0-6241-4611-3A2493CC25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EACD9C93-31AC-1752-5BBC-966E9B2DBF9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AD9C47F5-E53F-7F26-B78D-C86305CF012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1" name="Rectangle 30">
                  <a:extLst>
                    <a:ext uri="{FF2B5EF4-FFF2-40B4-BE49-F238E27FC236}">
                      <a16:creationId xmlns:a16="http://schemas.microsoft.com/office/drawing/2014/main" id="{83DE65FD-926B-50A2-C5CD-C1ED2C6BFD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30">
                  <a:extLst>
                    <a:ext uri="{FF2B5EF4-FFF2-40B4-BE49-F238E27FC236}">
                      <a16:creationId xmlns:a16="http://schemas.microsoft.com/office/drawing/2014/main" id="{B2D4F39F-E241-2969-4965-6940516FC55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38E667E2-23D6-06EC-B435-059EACC04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76B00091-7194-5945-8734-F08C954FA76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BBC29BA4-16A3-1452-4146-20264C0146C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DEF5151-E1C8-79DA-AA94-F406CE561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A63FFA48-1F7E-5963-4AAD-A6E2C1D4B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13" name="Freeform 68">
                  <a:extLst>
                    <a:ext uri="{FF2B5EF4-FFF2-40B4-BE49-F238E27FC236}">
                      <a16:creationId xmlns:a16="http://schemas.microsoft.com/office/drawing/2014/main" id="{9B0AC0F7-48CE-DBC4-877B-C36BD9A0E2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" name="Freeform 69">
                  <a:extLst>
                    <a:ext uri="{FF2B5EF4-FFF2-40B4-BE49-F238E27FC236}">
                      <a16:creationId xmlns:a16="http://schemas.microsoft.com/office/drawing/2014/main" id="{9CE55AA7-08FE-768A-DFEA-13EE468895E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12" name="Line 70">
                <a:extLst>
                  <a:ext uri="{FF2B5EF4-FFF2-40B4-BE49-F238E27FC236}">
                    <a16:creationId xmlns:a16="http://schemas.microsoft.com/office/drawing/2014/main" id="{EE9CD552-7569-2A39-A082-9790C85B6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F9AEDFC-F371-37C8-E0DA-7AAFA49C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57636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FD4A2EC-3D37-5ED6-3C9F-0CE19E6E5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4A13167-ABFC-A428-5DDD-7F6BAA8E98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EF8E96-D06F-D077-7044-401B18EE5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404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0">
            <a:extLst>
              <a:ext uri="{FF2B5EF4-FFF2-40B4-BE49-F238E27FC236}">
                <a16:creationId xmlns:a16="http://schemas.microsoft.com/office/drawing/2014/main" id="{15290885-2BB2-6DEC-1F8F-AA5FF9F3F3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4" y="400049"/>
            <a:ext cx="11047042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06F9AAF-6332-F1FC-4AAC-EF9A6B867C25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68324" y="2082801"/>
            <a:ext cx="11055511" cy="38560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table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F8C9F9-EE8B-8F0D-2DF6-5E4D272BD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4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4BD84-5B1C-458E-6F04-4D0EB689E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379A34A7-6D50-3F63-9153-F866AF62D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24B4E-13D0-A782-7ECD-A34870A98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110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0301" y="533292"/>
            <a:ext cx="4132469" cy="2213542"/>
          </a:xfr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98061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E5FA1-697B-6FB5-4F63-346DF5F1703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630067" y="3219450"/>
            <a:ext cx="4128934" cy="3092780"/>
          </a:xfrm>
        </p:spPr>
        <p:txBody>
          <a:bodyPr/>
          <a:lstStyle>
            <a:lvl1pPr marL="0" indent="0" algn="ctr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1pPr>
            <a:lvl2pPr marL="36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2pPr>
            <a:lvl3pPr marL="72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3pPr>
            <a:lvl4pPr marL="1080000" indent="0">
              <a:buNone/>
              <a:defRPr lang="en-US" sz="2000" kern="1200" spc="50" dirty="0" smtClean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4pPr>
            <a:lvl5pPr marL="1440000" indent="0">
              <a:buNone/>
              <a:defRPr lang="en-US" sz="2000" kern="1200" spc="50" dirty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Calibri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502135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34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672" r:id="rId2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92" y="2436602"/>
            <a:ext cx="4650901" cy="986058"/>
          </a:xfrm>
        </p:spPr>
        <p:txBody>
          <a:bodyPr>
            <a:noAutofit/>
          </a:bodyPr>
          <a:lstStyle/>
          <a:p>
            <a:r>
              <a:rPr lang="en-US" dirty="0"/>
              <a:t>Finova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9B4570-518A-4690-A875-2E0C434CE552}"/>
              </a:ext>
            </a:extLst>
          </p:cNvPr>
          <p:cNvSpPr txBox="1"/>
          <p:nvPr/>
        </p:nvSpPr>
        <p:spPr>
          <a:xfrm>
            <a:off x="725009" y="3694981"/>
            <a:ext cx="4651897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A personal </a:t>
            </a:r>
            <a:r>
              <a:rPr lang="en-US" sz="2400" b="1"/>
              <a:t>Finance</a:t>
            </a:r>
            <a:r>
              <a:rPr lang="en-US" sz="2400" b="1" dirty="0"/>
              <a:t> </a:t>
            </a:r>
            <a:r>
              <a:rPr lang="en-US" sz="2400" b="1"/>
              <a:t>Management App</a:t>
            </a:r>
            <a:r>
              <a:rPr lang="en-US" sz="2400"/>
              <a:t> that helps </a:t>
            </a:r>
            <a:r>
              <a:rPr lang="en-US" sz="2400" dirty="0"/>
              <a:t>you grow.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65AA36A-D7CC-493C-A0EE-F8AC3564D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369" y="395297"/>
            <a:ext cx="4078800" cy="1594282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Team</a:t>
            </a:r>
          </a:p>
        </p:txBody>
      </p:sp>
      <p:pic>
        <p:nvPicPr>
          <p:cNvPr id="18" name="Picture Placeholder 17" descr="A person wearing a knit hat&#10;&#10;Description automatically generated">
            <a:extLst>
              <a:ext uri="{FF2B5EF4-FFF2-40B4-BE49-F238E27FC236}">
                <a16:creationId xmlns:a16="http://schemas.microsoft.com/office/drawing/2014/main" id="{EA3B7AFC-AAF1-6309-E87A-F630716B8D8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/>
          <a:stretch/>
        </p:blipFill>
        <p:spPr>
          <a:xfrm>
            <a:off x="937876" y="1202609"/>
            <a:ext cx="4463827" cy="4463827"/>
          </a:xfrm>
          <a:custGeom>
            <a:avLst/>
            <a:gdLst/>
            <a:ahLst/>
            <a:cxnLst/>
            <a:rect l="l" t="t" r="r" b="b"/>
            <a:pathLst>
              <a:path w="5778000" h="5778000">
                <a:moveTo>
                  <a:pt x="2889000" y="0"/>
                </a:moveTo>
                <a:cubicBezTo>
                  <a:pt x="4484551" y="0"/>
                  <a:pt x="5778000" y="1293449"/>
                  <a:pt x="5778000" y="2889000"/>
                </a:cubicBezTo>
                <a:cubicBezTo>
                  <a:pt x="5778000" y="4484551"/>
                  <a:pt x="4484551" y="5778000"/>
                  <a:pt x="2889000" y="5778000"/>
                </a:cubicBezTo>
                <a:cubicBezTo>
                  <a:pt x="1293449" y="5778000"/>
                  <a:pt x="0" y="4484551"/>
                  <a:pt x="0" y="2889000"/>
                </a:cubicBezTo>
                <a:cubicBezTo>
                  <a:pt x="0" y="1293449"/>
                  <a:pt x="1293449" y="0"/>
                  <a:pt x="2889000" y="0"/>
                </a:cubicBezTo>
                <a:close/>
              </a:path>
            </a:pathLst>
          </a:cu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850A2DA-FC3C-4E59-9724-29CF2777D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2369" y="2877018"/>
            <a:ext cx="4078800" cy="29014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Akhlak</a:t>
            </a:r>
            <a:r>
              <a:rPr lang="en-US" dirty="0"/>
              <a:t> Hossain Jim</a:t>
            </a:r>
          </a:p>
          <a:p>
            <a:pPr>
              <a:lnSpc>
                <a:spcPct val="100000"/>
              </a:lnSpc>
            </a:pPr>
            <a:r>
              <a:rPr lang="en-US" dirty="0"/>
              <a:t>2022-3-60-057</a:t>
            </a:r>
            <a:endParaRPr lang="en-US" dirty="0">
              <a:solidFill>
                <a:srgbClr val="000000">
                  <a:alpha val="60000"/>
                </a:srgbClr>
              </a:solidFill>
            </a:endParaRPr>
          </a:p>
          <a:p>
            <a:pPr>
              <a:lnSpc>
                <a:spcPct val="100000"/>
              </a:lnSpc>
            </a:pPr>
            <a:r>
              <a:rPr lang="en-US" dirty="0"/>
              <a:t>Department of CSE</a:t>
            </a:r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602368-8C22-1B91-380F-E0C19886C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2ED6F51-CF6E-B561-4765-DA463F503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8B8C7-A59E-E80B-77EA-2F63FFF6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369" y="395297"/>
            <a:ext cx="4078800" cy="1594282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Instructor</a:t>
            </a:r>
            <a:endParaRPr lang="en-US" dirty="0">
              <a:ea typeface="+mj-ea"/>
              <a:cs typeface="+mj-cs"/>
            </a:endParaRPr>
          </a:p>
        </p:txBody>
      </p:sp>
      <p:pic>
        <p:nvPicPr>
          <p:cNvPr id="18" name="Picture Placeholder 17" descr="A person in a suit and tie&#10;&#10;AI-generated content may be incorrect.">
            <a:extLst>
              <a:ext uri="{FF2B5EF4-FFF2-40B4-BE49-F238E27FC236}">
                <a16:creationId xmlns:a16="http://schemas.microsoft.com/office/drawing/2014/main" id="{BACFF863-F19E-9561-7D85-5E0694B34C4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/>
          <a:stretch/>
        </p:blipFill>
        <p:spPr>
          <a:xfrm>
            <a:off x="1433857" y="1202609"/>
            <a:ext cx="3471865" cy="4463827"/>
          </a:xfrm>
          <a:custGeom>
            <a:avLst/>
            <a:gdLst/>
            <a:ahLst/>
            <a:cxnLst/>
            <a:rect l="l" t="t" r="r" b="b"/>
            <a:pathLst>
              <a:path w="5778000" h="5778000">
                <a:moveTo>
                  <a:pt x="2889000" y="0"/>
                </a:moveTo>
                <a:cubicBezTo>
                  <a:pt x="4484551" y="0"/>
                  <a:pt x="5778000" y="1293449"/>
                  <a:pt x="5778000" y="2889000"/>
                </a:cubicBezTo>
                <a:cubicBezTo>
                  <a:pt x="5778000" y="4484551"/>
                  <a:pt x="4484551" y="5778000"/>
                  <a:pt x="2889000" y="5778000"/>
                </a:cubicBezTo>
                <a:cubicBezTo>
                  <a:pt x="1293449" y="5778000"/>
                  <a:pt x="0" y="4484551"/>
                  <a:pt x="0" y="2889000"/>
                </a:cubicBezTo>
                <a:cubicBezTo>
                  <a:pt x="0" y="1293449"/>
                  <a:pt x="1293449" y="0"/>
                  <a:pt x="2889000" y="0"/>
                </a:cubicBezTo>
                <a:close/>
              </a:path>
            </a:pathLst>
          </a:cu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EF9693-00CF-A69C-2652-DD5129242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1769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A9CCA-1875-2EEF-AE38-C1BCA3CFE1B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112369" y="2877018"/>
            <a:ext cx="4078800" cy="290148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Dr. Shamim H Ripon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Professor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dirty="0"/>
              <a:t>Department of CSE</a:t>
            </a:r>
            <a:endParaRPr lang="en-US" dirty="0">
              <a:solidFill>
                <a:srgbClr val="000000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7074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AEB7F98-32EC-40D3-89EE-C843302316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536575"/>
            <a:ext cx="3892550" cy="1453003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200" kern="1200" cap="none" spc="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Table of Contents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A23555-9837-466D-9123-97B89F6CA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16025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FAB13B-4F20-3FE1-0481-584D437298EB}"/>
              </a:ext>
            </a:extLst>
          </p:cNvPr>
          <p:cNvSpPr txBox="1"/>
          <p:nvPr/>
        </p:nvSpPr>
        <p:spPr>
          <a:xfrm>
            <a:off x="990000" y="2877018"/>
            <a:ext cx="2970000" cy="290148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Introduction</a:t>
            </a:r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Planning</a:t>
            </a:r>
          </a:p>
          <a:p>
            <a:pPr marL="800100" lvl="1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Features</a:t>
            </a:r>
          </a:p>
          <a:p>
            <a:pPr marL="800100" lvl="1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Requirements</a:t>
            </a:r>
          </a:p>
          <a:p>
            <a:pPr marL="800100" lvl="1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Tools and Technologies</a:t>
            </a:r>
          </a:p>
          <a:p>
            <a:pPr marL="800100" lvl="1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Workplace</a:t>
            </a:r>
          </a:p>
          <a:p>
            <a:pPr marL="342900" indent="-342900">
              <a:lnSpc>
                <a:spcPct val="140000"/>
              </a:lnSpc>
              <a:spcAft>
                <a:spcPts val="600"/>
              </a:spcAft>
              <a:buAutoNum type="arabicPeriod"/>
            </a:pPr>
            <a:r>
              <a:rPr lang="en-US" sz="1300" spc="50">
                <a:solidFill>
                  <a:schemeClr val="tx1">
                    <a:alpha val="60000"/>
                  </a:schemeClr>
                </a:solidFill>
              </a:rPr>
              <a:t>Conclusion</a:t>
            </a:r>
          </a:p>
        </p:txBody>
      </p:sp>
      <p:pic>
        <p:nvPicPr>
          <p:cNvPr id="9" name="Picture 8" descr="Construction tools and gears">
            <a:extLst>
              <a:ext uri="{FF2B5EF4-FFF2-40B4-BE49-F238E27FC236}">
                <a16:creationId xmlns:a16="http://schemas.microsoft.com/office/drawing/2014/main" id="{4CFFBDE5-46F5-DBA9-0C48-F90DA3439F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30" r="4997" b="8"/>
          <a:stretch>
            <a:fillRect/>
          </a:stretch>
        </p:blipFill>
        <p:spPr>
          <a:xfrm>
            <a:off x="4979987" y="10"/>
            <a:ext cx="721201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30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0C0B2A-3FD1-4235-A16E-0ED1E028A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94E066-0146-46E9-BAF1-C33240ABA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3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2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87DA18-7580-8AF3-475F-0E70B65E1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1089025"/>
            <a:ext cx="7797799" cy="1532951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Introduction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F9F7A1D-1090-4288-AA92-5E103402E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87925" y="2840038"/>
            <a:ext cx="2216150" cy="1177924"/>
            <a:chOff x="4987925" y="2840038"/>
            <a:chExt cx="2216150" cy="11779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109F7CF-3139-48B9-AF7B-9BD2941A8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F52CE0A-5FEB-41F7-AC08-13F9CCDA58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A731CECC-3215-4BBB-9435-8EE683B8E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6" name="Freeform 68">
                  <a:extLst>
                    <a:ext uri="{FF2B5EF4-FFF2-40B4-BE49-F238E27FC236}">
                      <a16:creationId xmlns:a16="http://schemas.microsoft.com/office/drawing/2014/main" id="{55668BB4-A5B1-47EB-B913-25AE6AB036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7" name="Freeform 69">
                  <a:extLst>
                    <a:ext uri="{FF2B5EF4-FFF2-40B4-BE49-F238E27FC236}">
                      <a16:creationId xmlns:a16="http://schemas.microsoft.com/office/drawing/2014/main" id="{94A22C99-8239-43D4-81DE-86F79FF1D7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8" name="Line 70">
                  <a:extLst>
                    <a:ext uri="{FF2B5EF4-FFF2-40B4-BE49-F238E27FC236}">
                      <a16:creationId xmlns:a16="http://schemas.microsoft.com/office/drawing/2014/main" id="{8103C5B8-06AC-40D5-B70E-00FC0783A96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FE3881FC-25BE-49F9-8318-512ECDA4FB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23" name="Freeform 68">
                  <a:extLst>
                    <a:ext uri="{FF2B5EF4-FFF2-40B4-BE49-F238E27FC236}">
                      <a16:creationId xmlns:a16="http://schemas.microsoft.com/office/drawing/2014/main" id="{5A832B89-863F-48D0-A912-B1414A2544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4" name="Freeform 69">
                  <a:extLst>
                    <a:ext uri="{FF2B5EF4-FFF2-40B4-BE49-F238E27FC236}">
                      <a16:creationId xmlns:a16="http://schemas.microsoft.com/office/drawing/2014/main" id="{0BF5E77C-56C6-472D-B6A0-56C2E3D51B1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25" name="Line 70">
                  <a:extLst>
                    <a:ext uri="{FF2B5EF4-FFF2-40B4-BE49-F238E27FC236}">
                      <a16:creationId xmlns:a16="http://schemas.microsoft.com/office/drawing/2014/main" id="{8A3B85A2-B137-458E-B4D6-9141EA2D52A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390176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Project Focus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1EFE3-CBF1-89A5-D877-36F8CD6D2141}"/>
              </a:ext>
            </a:extLst>
          </p:cNvPr>
          <p:cNvSpPr txBox="1"/>
          <p:nvPr/>
        </p:nvSpPr>
        <p:spPr>
          <a:xfrm>
            <a:off x="1158815" y="2977551"/>
            <a:ext cx="8609162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Development of Finova, a culturally-aware personal finance mobile app that empowers individuals and families to manage expenses, income, savings goals, and financial habits.</a:t>
            </a:r>
          </a:p>
        </p:txBody>
      </p:sp>
    </p:spTree>
    <p:extLst>
      <p:ext uri="{BB962C8B-B14F-4D97-AF65-F5344CB8AC3E}">
        <p14:creationId xmlns:p14="http://schemas.microsoft.com/office/powerpoint/2010/main" val="413892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B9311B-11FF-AE4B-8B12-9A6337D12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C0B1C97-5071-4E8F-5554-22822FB0F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Importance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E8D8A-2A44-68F0-C83F-9747D2A63299}"/>
              </a:ext>
            </a:extLst>
          </p:cNvPr>
          <p:cNvSpPr txBox="1"/>
          <p:nvPr/>
        </p:nvSpPr>
        <p:spPr>
          <a:xfrm>
            <a:off x="1158815" y="2977551"/>
            <a:ext cx="8609162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ea typeface="+mn-lt"/>
                <a:cs typeface="+mn-lt"/>
              </a:rPr>
              <a:t>Addresses gaps in existing apps by integrating cultural spending patterns and family financial management, promoting financial literacy and wellness.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072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Planning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C602EC3-0115-4FB6-BAA7-BCA17E61165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Enhance your Personal Finance.</a:t>
            </a:r>
          </a:p>
        </p:txBody>
      </p:sp>
    </p:spTree>
    <p:extLst>
      <p:ext uri="{BB962C8B-B14F-4D97-AF65-F5344CB8AC3E}">
        <p14:creationId xmlns:p14="http://schemas.microsoft.com/office/powerpoint/2010/main" val="2359185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D2EE047-566C-48D4-9F44-4BB3B58F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7F9A0-D364-C129-711E-DB39F65EE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2483074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Features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9138C2-D767-D704-B348-0031C32F3491}"/>
              </a:ext>
            </a:extLst>
          </p:cNvPr>
          <p:cNvSpPr txBox="1"/>
          <p:nvPr/>
        </p:nvSpPr>
        <p:spPr>
          <a:xfrm>
            <a:off x="4997457" y="935999"/>
            <a:ext cx="6114543" cy="483297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Multi-category Expense Tracking </a:t>
            </a:r>
            <a:r>
              <a:rPr lang="en-US" sz="2000" spc="50">
                <a:solidFill>
                  <a:schemeClr val="tx1">
                    <a:alpha val="60000"/>
                  </a:schemeClr>
                </a:solidFill>
              </a:rPr>
              <a:t>(</a:t>
            </a: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15+ categories including cultural expenses)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Shopping list integration linked to expenses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Income Management across multiple sources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Family finance support functionality</a:t>
            </a:r>
            <a:endParaRPr lang="en-US">
              <a:solidFill>
                <a:schemeClr val="tx1">
                  <a:alpha val="6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Analytics dashboard with visualizations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Tx/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</a:rPr>
              <a:t>Savings goal and habit tracking</a:t>
            </a:r>
            <a:endParaRPr lang="en-US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n-US" sz="2000" spc="5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Budget management with alerts</a:t>
            </a:r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8EE24C-0DEE-4852-98D1-766934BDA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8100000" flipH="1">
            <a:off x="1119768" y="3861832"/>
            <a:ext cx="1785984" cy="2211229"/>
            <a:chOff x="3125006" y="3171595"/>
            <a:chExt cx="1785984" cy="221122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6CBEAFE-2CF0-4684-B451-EB4CC26C1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829D087-6E8C-49B4-8B14-A7322D6C92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06AD7EE-911D-452D-BB96-558319A672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EFB3432A-F33E-4636-93EA-39E5DE75C6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30">
                <a:extLst>
                  <a:ext uri="{FF2B5EF4-FFF2-40B4-BE49-F238E27FC236}">
                    <a16:creationId xmlns:a16="http://schemas.microsoft.com/office/drawing/2014/main" id="{201E85ED-EC70-4C1F-ADA1-385AFA3DBC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96CFCCC-96DF-4A61-9E5D-558B1B947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C78AD6F-09CE-4B30-BD5B-385DC487EF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5CE9B157-EB63-48A0-9199-65F4594C1C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23865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912D0-A5D0-9284-E7F3-F877C410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BD4B29-021D-87F5-2F8D-742CE37C5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4060E2-3657-E1EA-F55B-A36ABC4CF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2483074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Requirements</a:t>
            </a:r>
            <a:endParaRPr lang="en-US" dirty="0" err="1"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EAAC8-4D3D-39E6-1B78-E4C9A2E6343E}"/>
              </a:ext>
            </a:extLst>
          </p:cNvPr>
          <p:cNvSpPr txBox="1"/>
          <p:nvPr/>
        </p:nvSpPr>
        <p:spPr>
          <a:xfrm>
            <a:off x="4997457" y="935999"/>
            <a:ext cx="6114543" cy="483297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Functional: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</a:t>
            </a:r>
            <a:b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</a:b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User authentication, expense/income tracking, habit formation, alerts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Non-Functional: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</a:t>
            </a:r>
            <a:b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</a:b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Performance on mid-range devices, offline functionality, security compliance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Technical: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</a:t>
            </a:r>
            <a:b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</a:b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React Native with Expo, </a:t>
            </a:r>
            <a:r>
              <a:rPr lang="en-US" sz="2000" spc="50" dirty="0" err="1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Supabase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backend, TypeScript, React Native Paper UI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Business: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</a:t>
            </a:r>
            <a:b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</a:b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Self-funded development, cultural sensitivity, Play Store policies compliance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CFFB17-6488-262B-491D-F117B779A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8100000" flipH="1">
            <a:off x="1119768" y="3861832"/>
            <a:ext cx="1785984" cy="2211229"/>
            <a:chOff x="3125006" y="3171595"/>
            <a:chExt cx="1785984" cy="221122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3460210-22E8-F739-A7EA-1DF8F7846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A910B0C-3C79-9460-8BEA-AC515A66E8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ECB9C7AA-9859-EBFF-83EB-775CE34FF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207C869F-3C03-C739-BE11-4C9F0809AD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30">
                <a:extLst>
                  <a:ext uri="{FF2B5EF4-FFF2-40B4-BE49-F238E27FC236}">
                    <a16:creationId xmlns:a16="http://schemas.microsoft.com/office/drawing/2014/main" id="{FE068990-FA48-BB7D-6A1C-B9771EEB1F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A839273-0C23-DB33-4345-7824262698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70A63A55-D538-B70F-A2A1-587DE2442B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EFE4BFF-4CE8-4A59-A304-823C681E94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10651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5B478-D1A0-F94C-1254-D042B1776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9DB65B-A43F-C0AB-D635-B6D263035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267F0A-335F-EF23-AF64-ED2EC01A4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2483074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Tools and Technologies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4773F-425E-00A6-4711-1570094689F9}"/>
              </a:ext>
            </a:extLst>
          </p:cNvPr>
          <p:cNvSpPr txBox="1"/>
          <p:nvPr/>
        </p:nvSpPr>
        <p:spPr>
          <a:xfrm>
            <a:off x="4997457" y="935999"/>
            <a:ext cx="6114543" cy="483297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Development IDE: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VS Code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Framework: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React Native (Expo)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Backend: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2000" spc="50" dirty="0" err="1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Supabase</a:t>
            </a: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UI Library: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React Native Paper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Version Control: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GitHub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b="1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Design:</a:t>
            </a: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 Figma for UI/UX mockups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1CFBA9-A614-4931-5B87-EF5D4B988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8100000" flipH="1">
            <a:off x="1119768" y="3861832"/>
            <a:ext cx="1785984" cy="2211229"/>
            <a:chOff x="3125006" y="3171595"/>
            <a:chExt cx="1785984" cy="221122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ACD70EB-61BF-479A-FEA7-DA0EBA2C5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150AD62C-0DA9-2BB6-5922-DB1E51B7F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EECDE99-4C0D-68A0-0A8A-980CFC80E3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17C1CEB0-BA96-6C88-1F16-123742E4A8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30">
                <a:extLst>
                  <a:ext uri="{FF2B5EF4-FFF2-40B4-BE49-F238E27FC236}">
                    <a16:creationId xmlns:a16="http://schemas.microsoft.com/office/drawing/2014/main" id="{4E63CAC7-9359-9F40-6525-95134EE55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00040D5-8B31-4A2B-A1DB-D27D340B9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714EBE82-6C3F-2992-7584-736777535A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765373A-8278-A91B-12A8-A7BC97B85B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70082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209CC9-BED5-F30C-AE0E-2445F18E6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BEDE6A-5FA5-9A9C-6F1D-372583832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5C8F2C-982F-6DF4-6256-E90CC15C0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45926"/>
            <a:ext cx="3531600" cy="2483074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sz="3200" dirty="0">
                <a:ea typeface="+mj-lt"/>
                <a:cs typeface="+mj-lt"/>
              </a:rPr>
              <a:t>Workplace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F2736-52C1-671E-C5F4-D61E2EEA0546}"/>
              </a:ext>
            </a:extLst>
          </p:cNvPr>
          <p:cNvSpPr txBox="1"/>
          <p:nvPr/>
        </p:nvSpPr>
        <p:spPr>
          <a:xfrm>
            <a:off x="4997457" y="935999"/>
            <a:ext cx="6114543" cy="483297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buAutoNum type="arabicPeriod"/>
            </a:pP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Solo development with potential community support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Version-controlled collaborative environment via GitHub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Use of online forums and communities for problem-solving</a:t>
            </a:r>
            <a:endParaRPr lang="en-US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000" spc="50" dirty="0">
              <a:solidFill>
                <a:schemeClr val="tx1">
                  <a:alpha val="60000"/>
                </a:schemeClr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000" spc="50" dirty="0">
                <a:solidFill>
                  <a:schemeClr val="tx1">
                    <a:alpha val="60000"/>
                  </a:schemeClr>
                </a:solidFill>
                <a:ea typeface="+mn-lt"/>
                <a:cs typeface="+mn-lt"/>
              </a:rPr>
              <a:t>Testing on physical Android devices and emulators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DDABD6-D787-1216-0082-051447087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8100000" flipH="1">
            <a:off x="1119768" y="3861832"/>
            <a:ext cx="1785984" cy="2211229"/>
            <a:chOff x="3125006" y="3171595"/>
            <a:chExt cx="1785984" cy="2211229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6CE8633-85AE-A5F8-B49D-F227D7B6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36819" y="3174345"/>
              <a:ext cx="1760933" cy="2208479"/>
              <a:chOff x="4749017" y="2998646"/>
              <a:chExt cx="1760933" cy="2208479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1370945-8A79-FB8A-3097-EBE5B2F04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5630197" y="2998646"/>
                <a:ext cx="0" cy="2208479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9EFDDF4-16BA-259E-D244-C88A2D660E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0" flipH="1">
                <a:off x="4749017" y="4416771"/>
                <a:ext cx="1760933" cy="0"/>
              </a:xfrm>
              <a:prstGeom prst="line">
                <a:avLst/>
              </a:prstGeom>
              <a:ln w="12700"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30">
                <a:extLst>
                  <a:ext uri="{FF2B5EF4-FFF2-40B4-BE49-F238E27FC236}">
                    <a16:creationId xmlns:a16="http://schemas.microsoft.com/office/drawing/2014/main" id="{9FA898F5-1A88-A72C-6D4E-C37CC5604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136242" y="3224252"/>
                <a:ext cx="987915" cy="987915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30">
                <a:extLst>
                  <a:ext uri="{FF2B5EF4-FFF2-40B4-BE49-F238E27FC236}">
                    <a16:creationId xmlns:a16="http://schemas.microsoft.com/office/drawing/2014/main" id="{A8BFBC89-9661-40F8-C8C2-3434DAF9AF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3500000">
                <a:off x="5327037" y="3070731"/>
                <a:ext cx="606323" cy="606323"/>
              </a:xfrm>
              <a:custGeom>
                <a:avLst/>
                <a:gdLst>
                  <a:gd name="connsiteX0" fmla="*/ 0 w 1302493"/>
                  <a:gd name="connsiteY0" fmla="*/ 0 h 1302493"/>
                  <a:gd name="connsiteX1" fmla="*/ 1302493 w 1302493"/>
                  <a:gd name="connsiteY1" fmla="*/ 0 h 1302493"/>
                  <a:gd name="connsiteX2" fmla="*/ 1302493 w 1302493"/>
                  <a:gd name="connsiteY2" fmla="*/ 1302493 h 1302493"/>
                  <a:gd name="connsiteX3" fmla="*/ 0 w 1302493"/>
                  <a:gd name="connsiteY3" fmla="*/ 1302493 h 1302493"/>
                  <a:gd name="connsiteX4" fmla="*/ 0 w 1302493"/>
                  <a:gd name="connsiteY4" fmla="*/ 0 h 1302493"/>
                  <a:gd name="connsiteX0" fmla="*/ 1302493 w 1393933"/>
                  <a:gd name="connsiteY0" fmla="*/ 1302493 h 1393933"/>
                  <a:gd name="connsiteX1" fmla="*/ 0 w 1393933"/>
                  <a:gd name="connsiteY1" fmla="*/ 1302493 h 1393933"/>
                  <a:gd name="connsiteX2" fmla="*/ 0 w 1393933"/>
                  <a:gd name="connsiteY2" fmla="*/ 0 h 1393933"/>
                  <a:gd name="connsiteX3" fmla="*/ 1302493 w 1393933"/>
                  <a:gd name="connsiteY3" fmla="*/ 0 h 1393933"/>
                  <a:gd name="connsiteX4" fmla="*/ 1393933 w 1393933"/>
                  <a:gd name="connsiteY4" fmla="*/ 1393933 h 1393933"/>
                  <a:gd name="connsiteX0" fmla="*/ 0 w 1393933"/>
                  <a:gd name="connsiteY0" fmla="*/ 1302493 h 1393933"/>
                  <a:gd name="connsiteX1" fmla="*/ 0 w 1393933"/>
                  <a:gd name="connsiteY1" fmla="*/ 0 h 1393933"/>
                  <a:gd name="connsiteX2" fmla="*/ 1302493 w 1393933"/>
                  <a:gd name="connsiteY2" fmla="*/ 0 h 1393933"/>
                  <a:gd name="connsiteX3" fmla="*/ 1393933 w 1393933"/>
                  <a:gd name="connsiteY3" fmla="*/ 1393933 h 1393933"/>
                  <a:gd name="connsiteX0" fmla="*/ 0 w 1302493"/>
                  <a:gd name="connsiteY0" fmla="*/ 1302493 h 1302493"/>
                  <a:gd name="connsiteX1" fmla="*/ 0 w 1302493"/>
                  <a:gd name="connsiteY1" fmla="*/ 0 h 1302493"/>
                  <a:gd name="connsiteX2" fmla="*/ 1302493 w 1302493"/>
                  <a:gd name="connsiteY2" fmla="*/ 0 h 1302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302493" h="1302493">
                    <a:moveTo>
                      <a:pt x="0" y="1302493"/>
                    </a:moveTo>
                    <a:lnTo>
                      <a:pt x="0" y="0"/>
                    </a:lnTo>
                    <a:lnTo>
                      <a:pt x="1302493" y="0"/>
                    </a:lnTo>
                  </a:path>
                </a:pathLst>
              </a:custGeom>
              <a:noFill/>
              <a:ln w="12700">
                <a:solidFill>
                  <a:srgbClr val="FFFF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BD6E9FB-95B5-0EB0-27D2-DC506628C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125006" y="3171595"/>
              <a:ext cx="1785984" cy="1799739"/>
              <a:chOff x="6879836" y="3516901"/>
              <a:chExt cx="1785984" cy="1799739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158591E-95ED-7765-0839-2A1BA44E1F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879836" y="3521665"/>
                <a:ext cx="892801" cy="1794975"/>
              </a:xfrm>
              <a:custGeom>
                <a:avLst/>
                <a:gdLst>
                  <a:gd name="connsiteX0" fmla="*/ 892801 w 892801"/>
                  <a:gd name="connsiteY0" fmla="*/ 0 h 1794975"/>
                  <a:gd name="connsiteX1" fmla="*/ 892801 w 892801"/>
                  <a:gd name="connsiteY1" fmla="*/ 1434622 h 1794975"/>
                  <a:gd name="connsiteX2" fmla="*/ 845919 w 892801"/>
                  <a:gd name="connsiteY2" fmla="*/ 1533379 h 1794975"/>
                  <a:gd name="connsiteX3" fmla="*/ 440820 w 892801"/>
                  <a:gd name="connsiteY3" fmla="*/ 1794916 h 1794975"/>
                  <a:gd name="connsiteX4" fmla="*/ 379878 w 892801"/>
                  <a:gd name="connsiteY4" fmla="*/ 1791253 h 1794975"/>
                  <a:gd name="connsiteX5" fmla="*/ 763083 w 892801"/>
                  <a:gd name="connsiteY5" fmla="*/ 100140 h 1794975"/>
                  <a:gd name="connsiteX6" fmla="*/ 892801 w 892801"/>
                  <a:gd name="connsiteY6" fmla="*/ 0 h 179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801" h="1794975">
                    <a:moveTo>
                      <a:pt x="892801" y="0"/>
                    </a:moveTo>
                    <a:lnTo>
                      <a:pt x="892801" y="1434622"/>
                    </a:lnTo>
                    <a:lnTo>
                      <a:pt x="845919" y="1533379"/>
                    </a:lnTo>
                    <a:cubicBezTo>
                      <a:pt x="735106" y="1711682"/>
                      <a:pt x="584368" y="1792418"/>
                      <a:pt x="440820" y="1794916"/>
                    </a:cubicBezTo>
                    <a:cubicBezTo>
                      <a:pt x="420314" y="1795273"/>
                      <a:pt x="399954" y="1794033"/>
                      <a:pt x="379878" y="1791253"/>
                    </a:cubicBezTo>
                    <a:cubicBezTo>
                      <a:pt x="-41718" y="1732871"/>
                      <a:pt x="-338017" y="995203"/>
                      <a:pt x="763083" y="100140"/>
                    </a:cubicBezTo>
                    <a:lnTo>
                      <a:pt x="89280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5E24C86-8E8A-3B11-AA3B-86E2EA761C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72637" y="3516901"/>
                <a:ext cx="893183" cy="1795123"/>
              </a:xfrm>
              <a:custGeom>
                <a:avLst/>
                <a:gdLst>
                  <a:gd name="connsiteX0" fmla="*/ 191 w 893183"/>
                  <a:gd name="connsiteY0" fmla="*/ 0 h 1795123"/>
                  <a:gd name="connsiteX1" fmla="*/ 130101 w 893183"/>
                  <a:gd name="connsiteY1" fmla="*/ 100288 h 1795123"/>
                  <a:gd name="connsiteX2" fmla="*/ 513306 w 893183"/>
                  <a:gd name="connsiteY2" fmla="*/ 1791401 h 1795123"/>
                  <a:gd name="connsiteX3" fmla="*/ 47265 w 893183"/>
                  <a:gd name="connsiteY3" fmla="*/ 1533527 h 1795123"/>
                  <a:gd name="connsiteX4" fmla="*/ 192 w 893183"/>
                  <a:gd name="connsiteY4" fmla="*/ 1434367 h 1795123"/>
                  <a:gd name="connsiteX5" fmla="*/ 192 w 893183"/>
                  <a:gd name="connsiteY5" fmla="*/ 1438981 h 1795123"/>
                  <a:gd name="connsiteX6" fmla="*/ 0 w 893183"/>
                  <a:gd name="connsiteY6" fmla="*/ 1439386 h 1795123"/>
                  <a:gd name="connsiteX7" fmla="*/ 0 w 893183"/>
                  <a:gd name="connsiteY7" fmla="*/ 4764 h 1795123"/>
                  <a:gd name="connsiteX8" fmla="*/ 191 w 893183"/>
                  <a:gd name="connsiteY8" fmla="*/ 4616 h 1795123"/>
                  <a:gd name="connsiteX9" fmla="*/ 191 w 893183"/>
                  <a:gd name="connsiteY9" fmla="*/ 0 h 179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3183" h="1795123">
                    <a:moveTo>
                      <a:pt x="191" y="0"/>
                    </a:moveTo>
                    <a:lnTo>
                      <a:pt x="130101" y="100288"/>
                    </a:lnTo>
                    <a:cubicBezTo>
                      <a:pt x="1231201" y="995351"/>
                      <a:pt x="934902" y="1733019"/>
                      <a:pt x="513306" y="1791401"/>
                    </a:cubicBezTo>
                    <a:cubicBezTo>
                      <a:pt x="352699" y="1813642"/>
                      <a:pt x="173909" y="1737302"/>
                      <a:pt x="47265" y="1533527"/>
                    </a:cubicBezTo>
                    <a:lnTo>
                      <a:pt x="192" y="1434367"/>
                    </a:lnTo>
                    <a:lnTo>
                      <a:pt x="192" y="1438981"/>
                    </a:lnTo>
                    <a:lnTo>
                      <a:pt x="0" y="1439386"/>
                    </a:lnTo>
                    <a:lnTo>
                      <a:pt x="0" y="4764"/>
                    </a:lnTo>
                    <a:lnTo>
                      <a:pt x="191" y="4616"/>
                    </a:lnTo>
                    <a:lnTo>
                      <a:pt x="191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97163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16E9532-6DC7-411D-A09F-8413A5B95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408" y="4594884"/>
            <a:ext cx="6255903" cy="883430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2C602EC3-0115-4FB6-BAA7-BCA17E61165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041585" y="826787"/>
            <a:ext cx="7659688" cy="335018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AutoNum type="arabicPeriod"/>
            </a:pPr>
            <a:r>
              <a:rPr lang="en-US">
                <a:ea typeface="+mn-lt"/>
                <a:cs typeface="+mn-lt"/>
              </a:rPr>
              <a:t>Detailed project planning and requirement gathering ensure the development of a reliable, culturally-sensitive finance management app.</a:t>
            </a:r>
            <a:endParaRPr lang="en-US">
              <a:solidFill>
                <a:srgbClr val="000000">
                  <a:alpha val="60000"/>
                </a:srgbClr>
              </a:solidFill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Emphasis on risk management, quality assurance, and user-centered design supports timely delivery and high user satisfaction.</a:t>
            </a:r>
            <a:endParaRPr lang="en-US">
              <a:solidFill>
                <a:srgbClr val="000000">
                  <a:alpha val="60000"/>
                </a:srgbClr>
              </a:solidFill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Finova aims to empower users in diverse cultural contexts to build healthier financial habits and achieve financial wellness.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363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b">
            <a:normAutofit/>
          </a:bodyPr>
          <a:lstStyle/>
          <a:p>
            <a:r>
              <a:rPr lang="en-US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30067" y="3219450"/>
            <a:ext cx="4128934" cy="1225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I would love to answer any Questions.</a:t>
            </a:r>
            <a:endParaRPr lang="en-US" sz="2400">
              <a:solidFill>
                <a:srgbClr val="000000">
                  <a:alpha val="60000"/>
                </a:srgb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11FB0B9-08B2-DC32-E3E3-FF62F9DBB387}"/>
              </a:ext>
            </a:extLst>
          </p:cNvPr>
          <p:cNvGrpSpPr/>
          <p:nvPr/>
        </p:nvGrpSpPr>
        <p:grpSpPr>
          <a:xfrm>
            <a:off x="7636389" y="5382011"/>
            <a:ext cx="3958724" cy="986308"/>
            <a:chOff x="7636389" y="5870841"/>
            <a:chExt cx="3958724" cy="986308"/>
          </a:xfrm>
        </p:grpSpPr>
        <p:pic>
          <p:nvPicPr>
            <p:cNvPr id="4" name="Picture 3" descr="Green letters on a black background&#10;&#10;Description automatically generated">
              <a:extLst>
                <a:ext uri="{FF2B5EF4-FFF2-40B4-BE49-F238E27FC236}">
                  <a16:creationId xmlns:a16="http://schemas.microsoft.com/office/drawing/2014/main" id="{497F471D-16CB-53D5-52A8-A6A83CF08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36389" y="5870841"/>
              <a:ext cx="2041586" cy="986308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B2BAEF0B-A84C-B429-2CA8-D8FB5B05F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34207" y="6001108"/>
              <a:ext cx="660906" cy="70736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E267E2-D0C1-458E-BA40-3B641CF83E36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32DBBDF-0415-4F4A-A72F-EB449088BF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986C09-F420-40AE-93AA-C368DCF73FE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FrostyVTI</Template>
  <Application>Microsoft Office PowerPoint</Application>
  <PresentationFormat>Widescreen</PresentationFormat>
  <Slides>14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FrostyVTI</vt:lpstr>
      <vt:lpstr>Finova</vt:lpstr>
      <vt:lpstr>The Team</vt:lpstr>
      <vt:lpstr>Instructor</vt:lpstr>
      <vt:lpstr>Table of Contents</vt:lpstr>
      <vt:lpstr>Introduction</vt:lpstr>
      <vt:lpstr>Project Focus</vt:lpstr>
      <vt:lpstr>Importance</vt:lpstr>
      <vt:lpstr>Planning</vt:lpstr>
      <vt:lpstr>Features</vt:lpstr>
      <vt:lpstr>Requirements</vt:lpstr>
      <vt:lpstr>Tools and Technologies</vt:lpstr>
      <vt:lpstr>Workplace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/>
  <cp:revision>201</cp:revision>
  <dcterms:created xsi:type="dcterms:W3CDTF">2024-05-29T13:44:45Z</dcterms:created>
  <dcterms:modified xsi:type="dcterms:W3CDTF">2025-08-02T18:02:30Z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